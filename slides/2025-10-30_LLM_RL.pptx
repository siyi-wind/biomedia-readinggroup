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11" r:id="rId3"/>
    <p:sldId id="317" r:id="rId4"/>
    <p:sldId id="312" r:id="rId5"/>
    <p:sldId id="313" r:id="rId6"/>
    <p:sldId id="314" r:id="rId7"/>
    <p:sldId id="315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5" roundtripDataSignature="AMtx7mg+VSEFVDUXRkZ4aK+FFsG6ZUox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1ADCC-AB62-C643-8701-5973040FACDA}" v="173" dt="2025-10-30T11:00:02.610"/>
  </p1510:revLst>
</p1510:revInfo>
</file>

<file path=ppt/tableStyles.xml><?xml version="1.0" encoding="utf-8"?>
<a:tblStyleLst xmlns:a="http://schemas.openxmlformats.org/drawingml/2006/main" def="{A41C1076-AA02-4927-AE7A-539E39DE622D}">
  <a:tblStyle styleId="{A41C1076-AA02-4927-AE7A-539E39DE62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0"/>
    <p:restoredTop sz="93211"/>
  </p:normalViewPr>
  <p:slideViewPr>
    <p:cSldViewPr snapToGrid="0">
      <p:cViewPr varScale="1">
        <p:scale>
          <a:sx n="142" d="100"/>
          <a:sy n="142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yi Du" userId="fc0149548d3e3b09" providerId="LiveId" clId="{8F54906C-DB1B-58CE-91E3-4B2EAF2E5E4A}"/>
    <pc:docChg chg="undo custSel addSld delSld modSld">
      <pc:chgData name="Siyi Du" userId="fc0149548d3e3b09" providerId="LiveId" clId="{8F54906C-DB1B-58CE-91E3-4B2EAF2E5E4A}" dt="2025-10-30T11:00:02.610" v="4794" actId="20577"/>
      <pc:docMkLst>
        <pc:docMk/>
      </pc:docMkLst>
      <pc:sldChg chg="modSp mod">
        <pc:chgData name="Siyi Du" userId="fc0149548d3e3b09" providerId="LiveId" clId="{8F54906C-DB1B-58CE-91E3-4B2EAF2E5E4A}" dt="2025-10-26T11:18:07.639" v="106" actId="255"/>
        <pc:sldMkLst>
          <pc:docMk/>
          <pc:sldMk cId="0" sldId="256"/>
        </pc:sldMkLst>
        <pc:spChg chg="mod">
          <ac:chgData name="Siyi Du" userId="fc0149548d3e3b09" providerId="LiveId" clId="{8F54906C-DB1B-58CE-91E3-4B2EAF2E5E4A}" dt="2025-10-26T11:18:07.639" v="106" actId="255"/>
          <ac:spMkLst>
            <pc:docMk/>
            <pc:sldMk cId="0" sldId="256"/>
            <ac:spMk id="91" creationId="{00000000-0000-0000-0000-000000000000}"/>
          </ac:spMkLst>
        </pc:spChg>
        <pc:spChg chg="mod">
          <ac:chgData name="Siyi Du" userId="fc0149548d3e3b09" providerId="LiveId" clId="{8F54906C-DB1B-58CE-91E3-4B2EAF2E5E4A}" dt="2025-10-26T11:17:48.097" v="76" actId="20577"/>
          <ac:spMkLst>
            <pc:docMk/>
            <pc:sldMk cId="0" sldId="256"/>
            <ac:spMk id="92" creationId="{00000000-0000-0000-0000-000000000000}"/>
          </ac:spMkLst>
        </pc:spChg>
      </pc:sldChg>
      <pc:sldChg chg="addSp delSp modSp new mod modAnim modNotesTx">
        <pc:chgData name="Siyi Du" userId="fc0149548d3e3b09" providerId="LiveId" clId="{8F54906C-DB1B-58CE-91E3-4B2EAF2E5E4A}" dt="2025-10-29T17:52:54.925" v="4738"/>
        <pc:sldMkLst>
          <pc:docMk/>
          <pc:sldMk cId="2496121140" sldId="311"/>
        </pc:sldMkLst>
        <pc:spChg chg="mod">
          <ac:chgData name="Siyi Du" userId="fc0149548d3e3b09" providerId="LiveId" clId="{8F54906C-DB1B-58CE-91E3-4B2EAF2E5E4A}" dt="2025-10-26T11:22:40.799" v="128" actId="20577"/>
          <ac:spMkLst>
            <pc:docMk/>
            <pc:sldMk cId="2496121140" sldId="311"/>
            <ac:spMk id="2" creationId="{FB79405A-4A1C-E452-2E94-56EB968E3898}"/>
          </ac:spMkLst>
        </pc:spChg>
        <pc:spChg chg="add mod">
          <ac:chgData name="Siyi Du" userId="fc0149548d3e3b09" providerId="LiveId" clId="{8F54906C-DB1B-58CE-91E3-4B2EAF2E5E4A}" dt="2025-10-26T11:57:38.986" v="708" actId="1038"/>
          <ac:spMkLst>
            <pc:docMk/>
            <pc:sldMk cId="2496121140" sldId="311"/>
            <ac:spMk id="6" creationId="{13A4201F-6C75-A501-8D77-6D74E3E072EF}"/>
          </ac:spMkLst>
        </pc:spChg>
        <pc:spChg chg="add mod">
          <ac:chgData name="Siyi Du" userId="fc0149548d3e3b09" providerId="LiveId" clId="{8F54906C-DB1B-58CE-91E3-4B2EAF2E5E4A}" dt="2025-10-26T11:59:28.293" v="747" actId="1076"/>
          <ac:spMkLst>
            <pc:docMk/>
            <pc:sldMk cId="2496121140" sldId="311"/>
            <ac:spMk id="7" creationId="{D7DE9AF1-41F3-2AA1-D2A2-128B6654FA63}"/>
          </ac:spMkLst>
        </pc:spChg>
        <pc:spChg chg="add mod">
          <ac:chgData name="Siyi Du" userId="fc0149548d3e3b09" providerId="LiveId" clId="{8F54906C-DB1B-58CE-91E3-4B2EAF2E5E4A}" dt="2025-10-26T11:59:37.920" v="749" actId="207"/>
          <ac:spMkLst>
            <pc:docMk/>
            <pc:sldMk cId="2496121140" sldId="311"/>
            <ac:spMk id="9" creationId="{1C740E97-62D4-9DE8-5DE3-2F81BA96F3C4}"/>
          </ac:spMkLst>
        </pc:spChg>
        <pc:spChg chg="add mod">
          <ac:chgData name="Siyi Du" userId="fc0149548d3e3b09" providerId="LiveId" clId="{8F54906C-DB1B-58CE-91E3-4B2EAF2E5E4A}" dt="2025-10-26T11:57:38.986" v="708" actId="1038"/>
          <ac:spMkLst>
            <pc:docMk/>
            <pc:sldMk cId="2496121140" sldId="311"/>
            <ac:spMk id="10" creationId="{38F5DEBA-2FA2-B618-45EF-50EE45BB477D}"/>
          </ac:spMkLst>
        </pc:spChg>
        <pc:spChg chg="add mod">
          <ac:chgData name="Siyi Du" userId="fc0149548d3e3b09" providerId="LiveId" clId="{8F54906C-DB1B-58CE-91E3-4B2EAF2E5E4A}" dt="2025-10-26T11:57:38.986" v="708" actId="1038"/>
          <ac:spMkLst>
            <pc:docMk/>
            <pc:sldMk cId="2496121140" sldId="311"/>
            <ac:spMk id="12" creationId="{004B8B33-5494-F055-A83C-0F4549562750}"/>
          </ac:spMkLst>
        </pc:spChg>
        <pc:spChg chg="add mod">
          <ac:chgData name="Siyi Du" userId="fc0149548d3e3b09" providerId="LiveId" clId="{8F54906C-DB1B-58CE-91E3-4B2EAF2E5E4A}" dt="2025-10-26T11:59:42.647" v="750" actId="207"/>
          <ac:spMkLst>
            <pc:docMk/>
            <pc:sldMk cId="2496121140" sldId="311"/>
            <ac:spMk id="13" creationId="{D630A5A2-3862-58F3-8CAE-EEAB39ADF68B}"/>
          </ac:spMkLst>
        </pc:spChg>
        <pc:spChg chg="add mod">
          <ac:chgData name="Siyi Du" userId="fc0149548d3e3b09" providerId="LiveId" clId="{8F54906C-DB1B-58CE-91E3-4B2EAF2E5E4A}" dt="2025-10-26T11:57:38.986" v="708" actId="1038"/>
          <ac:spMkLst>
            <pc:docMk/>
            <pc:sldMk cId="2496121140" sldId="311"/>
            <ac:spMk id="14" creationId="{FD92FEC6-1124-8B44-55B6-7C7F00C0E63C}"/>
          </ac:spMkLst>
        </pc:spChg>
        <pc:spChg chg="add mod">
          <ac:chgData name="Siyi Du" userId="fc0149548d3e3b09" providerId="LiveId" clId="{8F54906C-DB1B-58CE-91E3-4B2EAF2E5E4A}" dt="2025-10-26T12:40:39.838" v="1025" actId="14100"/>
          <ac:spMkLst>
            <pc:docMk/>
            <pc:sldMk cId="2496121140" sldId="311"/>
            <ac:spMk id="23" creationId="{CFE67760-D983-C5F6-30B0-2F7FDCAB75C3}"/>
          </ac:spMkLst>
        </pc:spChg>
        <pc:picChg chg="add mod">
          <ac:chgData name="Siyi Du" userId="fc0149548d3e3b09" providerId="LiveId" clId="{8F54906C-DB1B-58CE-91E3-4B2EAF2E5E4A}" dt="2025-10-26T11:57:38.986" v="708" actId="1038"/>
          <ac:picMkLst>
            <pc:docMk/>
            <pc:sldMk cId="2496121140" sldId="311"/>
            <ac:picMk id="5" creationId="{DD5D6783-77F6-7C17-7D71-FF481B3C4C2B}"/>
          </ac:picMkLst>
        </pc:picChg>
        <pc:picChg chg="add mod">
          <ac:chgData name="Siyi Du" userId="fc0149548d3e3b09" providerId="LiveId" clId="{8F54906C-DB1B-58CE-91E3-4B2EAF2E5E4A}" dt="2025-10-26T11:59:26.045" v="746" actId="1037"/>
          <ac:picMkLst>
            <pc:docMk/>
            <pc:sldMk cId="2496121140" sldId="311"/>
            <ac:picMk id="8" creationId="{FCC74E67-FC1E-B08F-C95C-8CD5D40F482F}"/>
          </ac:picMkLst>
        </pc:picChg>
        <pc:picChg chg="add mod">
          <ac:chgData name="Siyi Du" userId="fc0149548d3e3b09" providerId="LiveId" clId="{8F54906C-DB1B-58CE-91E3-4B2EAF2E5E4A}" dt="2025-10-26T11:57:38.986" v="708" actId="1038"/>
          <ac:picMkLst>
            <pc:docMk/>
            <pc:sldMk cId="2496121140" sldId="311"/>
            <ac:picMk id="11" creationId="{1A4D740D-10B6-511A-C746-703B7B7C2A01}"/>
          </ac:picMkLst>
        </pc:picChg>
        <pc:cxnChg chg="add mod">
          <ac:chgData name="Siyi Du" userId="fc0149548d3e3b09" providerId="LiveId" clId="{8F54906C-DB1B-58CE-91E3-4B2EAF2E5E4A}" dt="2025-10-26T11:59:08.762" v="737" actId="1035"/>
          <ac:cxnSpMkLst>
            <pc:docMk/>
            <pc:sldMk cId="2496121140" sldId="311"/>
            <ac:cxnSpMk id="16" creationId="{14CBC9FA-EACC-84C0-EF5F-B692DFD22D30}"/>
          </ac:cxnSpMkLst>
        </pc:cxnChg>
        <pc:cxnChg chg="add mod">
          <ac:chgData name="Siyi Du" userId="fc0149548d3e3b09" providerId="LiveId" clId="{8F54906C-DB1B-58CE-91E3-4B2EAF2E5E4A}" dt="2025-10-26T11:59:05.720" v="732" actId="1036"/>
          <ac:cxnSpMkLst>
            <pc:docMk/>
            <pc:sldMk cId="2496121140" sldId="311"/>
            <ac:cxnSpMk id="19" creationId="{14E16791-5293-184F-43EE-434530BA32E7}"/>
          </ac:cxnSpMkLst>
        </pc:cxnChg>
      </pc:sldChg>
      <pc:sldChg chg="addSp delSp modSp new mod modNotesTx">
        <pc:chgData name="Siyi Du" userId="fc0149548d3e3b09" providerId="LiveId" clId="{8F54906C-DB1B-58CE-91E3-4B2EAF2E5E4A}" dt="2025-10-30T10:52:17.271" v="4777" actId="20577"/>
        <pc:sldMkLst>
          <pc:docMk/>
          <pc:sldMk cId="662455630" sldId="312"/>
        </pc:sldMkLst>
        <pc:spChg chg="mod">
          <ac:chgData name="Siyi Du" userId="fc0149548d3e3b09" providerId="LiveId" clId="{8F54906C-DB1B-58CE-91E3-4B2EAF2E5E4A}" dt="2025-10-30T10:52:17.271" v="4777" actId="20577"/>
          <ac:spMkLst>
            <pc:docMk/>
            <pc:sldMk cId="662455630" sldId="312"/>
            <ac:spMk id="2" creationId="{63EC3B4A-7DE8-F901-0587-217E208CCE71}"/>
          </ac:spMkLst>
        </pc:spChg>
        <pc:spChg chg="add mod">
          <ac:chgData name="Siyi Du" userId="fc0149548d3e3b09" providerId="LiveId" clId="{8F54906C-DB1B-58CE-91E3-4B2EAF2E5E4A}" dt="2025-10-26T12:36:47.572" v="930" actId="1076"/>
          <ac:spMkLst>
            <pc:docMk/>
            <pc:sldMk cId="662455630" sldId="312"/>
            <ac:spMk id="20" creationId="{93C63B42-D9DB-4122-1428-4E01632642B7}"/>
          </ac:spMkLst>
        </pc:spChg>
        <pc:spChg chg="add mod">
          <ac:chgData name="Siyi Du" userId="fc0149548d3e3b09" providerId="LiveId" clId="{8F54906C-DB1B-58CE-91E3-4B2EAF2E5E4A}" dt="2025-10-26T12:36:57.607" v="951" actId="1076"/>
          <ac:spMkLst>
            <pc:docMk/>
            <pc:sldMk cId="662455630" sldId="312"/>
            <ac:spMk id="21" creationId="{C342DCA9-02BE-B702-CA31-8D579ED75C41}"/>
          </ac:spMkLst>
        </pc:spChg>
        <pc:spChg chg="add mod">
          <ac:chgData name="Siyi Du" userId="fc0149548d3e3b09" providerId="LiveId" clId="{8F54906C-DB1B-58CE-91E3-4B2EAF2E5E4A}" dt="2025-10-26T12:37:21.776" v="971" actId="20577"/>
          <ac:spMkLst>
            <pc:docMk/>
            <pc:sldMk cId="662455630" sldId="312"/>
            <ac:spMk id="22" creationId="{056208FA-CFB0-B1A4-7066-1F336E3E0F92}"/>
          </ac:spMkLst>
        </pc:spChg>
        <pc:spChg chg="add mod">
          <ac:chgData name="Siyi Du" userId="fc0149548d3e3b09" providerId="LiveId" clId="{8F54906C-DB1B-58CE-91E3-4B2EAF2E5E4A}" dt="2025-10-26T12:38:11.052" v="988" actId="20577"/>
          <ac:spMkLst>
            <pc:docMk/>
            <pc:sldMk cId="662455630" sldId="312"/>
            <ac:spMk id="23" creationId="{CBD8FC55-BBC6-BB04-0406-0A525C9B32EF}"/>
          </ac:spMkLst>
        </pc:spChg>
        <pc:picChg chg="add mod modCrop">
          <ac:chgData name="Siyi Du" userId="fc0149548d3e3b09" providerId="LiveId" clId="{8F54906C-DB1B-58CE-91E3-4B2EAF2E5E4A}" dt="2025-10-26T12:36:42.557" v="928" actId="1037"/>
          <ac:picMkLst>
            <pc:docMk/>
            <pc:sldMk cId="662455630" sldId="312"/>
            <ac:picMk id="16" creationId="{8381E83E-EF0E-3B9E-74E7-E3ECC0F73B23}"/>
          </ac:picMkLst>
        </pc:picChg>
        <pc:picChg chg="add mod modCrop">
          <ac:chgData name="Siyi Du" userId="fc0149548d3e3b09" providerId="LiveId" clId="{8F54906C-DB1B-58CE-91E3-4B2EAF2E5E4A}" dt="2025-10-26T12:36:42.557" v="928" actId="1037"/>
          <ac:picMkLst>
            <pc:docMk/>
            <pc:sldMk cId="662455630" sldId="312"/>
            <ac:picMk id="18" creationId="{0DD31D56-9A4F-C421-E418-FF3A3592B760}"/>
          </ac:picMkLst>
        </pc:picChg>
        <pc:picChg chg="add mod modCrop">
          <ac:chgData name="Siyi Du" userId="fc0149548d3e3b09" providerId="LiveId" clId="{8F54906C-DB1B-58CE-91E3-4B2EAF2E5E4A}" dt="2025-10-26T12:36:42.557" v="928" actId="1037"/>
          <ac:picMkLst>
            <pc:docMk/>
            <pc:sldMk cId="662455630" sldId="312"/>
            <ac:picMk id="19" creationId="{BB775303-88BE-36BA-E869-8D8F5CC2B863}"/>
          </ac:picMkLst>
        </pc:picChg>
      </pc:sldChg>
      <pc:sldChg chg="addSp modSp new mod">
        <pc:chgData name="Siyi Du" userId="fc0149548d3e3b09" providerId="LiveId" clId="{8F54906C-DB1B-58CE-91E3-4B2EAF2E5E4A}" dt="2025-10-30T10:55:53.560" v="4781" actId="20577"/>
        <pc:sldMkLst>
          <pc:docMk/>
          <pc:sldMk cId="24257061" sldId="313"/>
        </pc:sldMkLst>
        <pc:spChg chg="mod">
          <ac:chgData name="Siyi Du" userId="fc0149548d3e3b09" providerId="LiveId" clId="{8F54906C-DB1B-58CE-91E3-4B2EAF2E5E4A}" dt="2025-10-26T11:23:27.708" v="177" actId="20577"/>
          <ac:spMkLst>
            <pc:docMk/>
            <pc:sldMk cId="24257061" sldId="313"/>
            <ac:spMk id="2" creationId="{6B15F707-A54B-AFC3-00B4-6D5729B8EA1A}"/>
          </ac:spMkLst>
        </pc:spChg>
        <pc:spChg chg="mod">
          <ac:chgData name="Siyi Du" userId="fc0149548d3e3b09" providerId="LiveId" clId="{8F54906C-DB1B-58CE-91E3-4B2EAF2E5E4A}" dt="2025-10-30T10:55:53.560" v="4781" actId="20577"/>
          <ac:spMkLst>
            <pc:docMk/>
            <pc:sldMk cId="24257061" sldId="313"/>
            <ac:spMk id="3" creationId="{2DCE3AC6-62CD-BD8D-0AF0-4589CD0D5A94}"/>
          </ac:spMkLst>
        </pc:spChg>
        <pc:spChg chg="add mod">
          <ac:chgData name="Siyi Du" userId="fc0149548d3e3b09" providerId="LiveId" clId="{8F54906C-DB1B-58CE-91E3-4B2EAF2E5E4A}" dt="2025-10-26T12:43:24.811" v="1064" actId="14100"/>
          <ac:spMkLst>
            <pc:docMk/>
            <pc:sldMk cId="24257061" sldId="313"/>
            <ac:spMk id="6" creationId="{783BE930-7D78-22CB-8AD6-3D23588966D5}"/>
          </ac:spMkLst>
        </pc:spChg>
        <pc:spChg chg="add mod">
          <ac:chgData name="Siyi Du" userId="fc0149548d3e3b09" providerId="LiveId" clId="{8F54906C-DB1B-58CE-91E3-4B2EAF2E5E4A}" dt="2025-10-26T12:44:08.042" v="1092" actId="14100"/>
          <ac:spMkLst>
            <pc:docMk/>
            <pc:sldMk cId="24257061" sldId="313"/>
            <ac:spMk id="7" creationId="{1F2C7F5C-C256-0A6B-9B7B-4E2BAE485795}"/>
          </ac:spMkLst>
        </pc:spChg>
        <pc:spChg chg="add mod">
          <ac:chgData name="Siyi Du" userId="fc0149548d3e3b09" providerId="LiveId" clId="{8F54906C-DB1B-58CE-91E3-4B2EAF2E5E4A}" dt="2025-10-26T12:43:42.392" v="1084" actId="1076"/>
          <ac:spMkLst>
            <pc:docMk/>
            <pc:sldMk cId="24257061" sldId="313"/>
            <ac:spMk id="8" creationId="{828AFF08-582F-67F1-4FF6-A0A6ED4A14FA}"/>
          </ac:spMkLst>
        </pc:spChg>
        <pc:picChg chg="add mod">
          <ac:chgData name="Siyi Du" userId="fc0149548d3e3b09" providerId="LiveId" clId="{8F54906C-DB1B-58CE-91E3-4B2EAF2E5E4A}" dt="2025-10-26T12:42:08.009" v="1028" actId="1076"/>
          <ac:picMkLst>
            <pc:docMk/>
            <pc:sldMk cId="24257061" sldId="313"/>
            <ac:picMk id="5" creationId="{4BFDE5A4-7030-136F-ABD3-44D7DDBB912B}"/>
          </ac:picMkLst>
        </pc:picChg>
        <pc:picChg chg="add mod">
          <ac:chgData name="Siyi Du" userId="fc0149548d3e3b09" providerId="LiveId" clId="{8F54906C-DB1B-58CE-91E3-4B2EAF2E5E4A}" dt="2025-10-26T12:45:15.332" v="1140" actId="1076"/>
          <ac:picMkLst>
            <pc:docMk/>
            <pc:sldMk cId="24257061" sldId="313"/>
            <ac:picMk id="9" creationId="{21247609-05A5-8F16-C930-8345E5D68307}"/>
          </ac:picMkLst>
        </pc:picChg>
      </pc:sldChg>
      <pc:sldChg chg="addSp delSp modSp new mod modAnim modNotesTx">
        <pc:chgData name="Siyi Du" userId="fc0149548d3e3b09" providerId="LiveId" clId="{8F54906C-DB1B-58CE-91E3-4B2EAF2E5E4A}" dt="2025-10-30T11:00:02.610" v="4794" actId="20577"/>
        <pc:sldMkLst>
          <pc:docMk/>
          <pc:sldMk cId="3735062396" sldId="314"/>
        </pc:sldMkLst>
        <pc:spChg chg="mod">
          <ac:chgData name="Siyi Du" userId="fc0149548d3e3b09" providerId="LiveId" clId="{8F54906C-DB1B-58CE-91E3-4B2EAF2E5E4A}" dt="2025-10-26T11:23:43.863" v="211" actId="20577"/>
          <ac:spMkLst>
            <pc:docMk/>
            <pc:sldMk cId="3735062396" sldId="314"/>
            <ac:spMk id="2" creationId="{347EB17F-A6AB-8E09-CBC8-FC346446B42A}"/>
          </ac:spMkLst>
        </pc:spChg>
        <pc:spChg chg="mod">
          <ac:chgData name="Siyi Du" userId="fc0149548d3e3b09" providerId="LiveId" clId="{8F54906C-DB1B-58CE-91E3-4B2EAF2E5E4A}" dt="2025-10-30T11:00:02.610" v="4794" actId="20577"/>
          <ac:spMkLst>
            <pc:docMk/>
            <pc:sldMk cId="3735062396" sldId="314"/>
            <ac:spMk id="3" creationId="{F662790E-A721-C076-0EF8-8CA90B3E5581}"/>
          </ac:spMkLst>
        </pc:spChg>
        <pc:spChg chg="add mod">
          <ac:chgData name="Siyi Du" userId="fc0149548d3e3b09" providerId="LiveId" clId="{8F54906C-DB1B-58CE-91E3-4B2EAF2E5E4A}" dt="2025-10-26T14:35:31.462" v="1655" actId="122"/>
          <ac:spMkLst>
            <pc:docMk/>
            <pc:sldMk cId="3735062396" sldId="314"/>
            <ac:spMk id="12" creationId="{7FB39A0A-09A5-4EDE-4F84-4DD970DC792C}"/>
          </ac:spMkLst>
        </pc:spChg>
        <pc:spChg chg="add mod">
          <ac:chgData name="Siyi Du" userId="fc0149548d3e3b09" providerId="LiveId" clId="{8F54906C-DB1B-58CE-91E3-4B2EAF2E5E4A}" dt="2025-10-26T15:12:13.367" v="2081" actId="1036"/>
          <ac:spMkLst>
            <pc:docMk/>
            <pc:sldMk cId="3735062396" sldId="314"/>
            <ac:spMk id="13" creationId="{3EAAFA60-8561-4CB2-4B62-04ECE62AE7DD}"/>
          </ac:spMkLst>
        </pc:spChg>
        <pc:spChg chg="add mod">
          <ac:chgData name="Siyi Du" userId="fc0149548d3e3b09" providerId="LiveId" clId="{8F54906C-DB1B-58CE-91E3-4B2EAF2E5E4A}" dt="2025-10-26T16:32:27.932" v="4085" actId="207"/>
          <ac:spMkLst>
            <pc:docMk/>
            <pc:sldMk cId="3735062396" sldId="314"/>
            <ac:spMk id="14" creationId="{B6AAFC8A-3B05-39C3-73E9-AB7FB4AF5F67}"/>
          </ac:spMkLst>
        </pc:spChg>
        <pc:picChg chg="add mod">
          <ac:chgData name="Siyi Du" userId="fc0149548d3e3b09" providerId="LiveId" clId="{8F54906C-DB1B-58CE-91E3-4B2EAF2E5E4A}" dt="2025-10-26T12:59:28.626" v="1196" actId="1076"/>
          <ac:picMkLst>
            <pc:docMk/>
            <pc:sldMk cId="3735062396" sldId="314"/>
            <ac:picMk id="5" creationId="{AB308591-F33E-96A4-B759-FD1B75A6F916}"/>
          </ac:picMkLst>
        </pc:picChg>
        <pc:picChg chg="add mod">
          <ac:chgData name="Siyi Du" userId="fc0149548d3e3b09" providerId="LiveId" clId="{8F54906C-DB1B-58CE-91E3-4B2EAF2E5E4A}" dt="2025-10-26T13:00:12.207" v="1238" actId="1035"/>
          <ac:picMkLst>
            <pc:docMk/>
            <pc:sldMk cId="3735062396" sldId="314"/>
            <ac:picMk id="6" creationId="{81F13572-C8BA-2559-5BFB-5CEC3F4F059A}"/>
          </ac:picMkLst>
        </pc:picChg>
        <pc:picChg chg="add mod">
          <ac:chgData name="Siyi Du" userId="fc0149548d3e3b09" providerId="LiveId" clId="{8F54906C-DB1B-58CE-91E3-4B2EAF2E5E4A}" dt="2025-10-26T14:22:16.526" v="1279" actId="1076"/>
          <ac:picMkLst>
            <pc:docMk/>
            <pc:sldMk cId="3735062396" sldId="314"/>
            <ac:picMk id="7" creationId="{E25A8546-0AEB-DE9E-E27C-838E76110F51}"/>
          </ac:picMkLst>
        </pc:picChg>
        <pc:picChg chg="add mod">
          <ac:chgData name="Siyi Du" userId="fc0149548d3e3b09" providerId="LiveId" clId="{8F54906C-DB1B-58CE-91E3-4B2EAF2E5E4A}" dt="2025-10-26T14:34:49.599" v="1616" actId="1076"/>
          <ac:picMkLst>
            <pc:docMk/>
            <pc:sldMk cId="3735062396" sldId="314"/>
            <ac:picMk id="9" creationId="{BBA865E3-F616-7FAB-CC76-D32AE31653A3}"/>
          </ac:picMkLst>
        </pc:picChg>
        <pc:picChg chg="add mod">
          <ac:chgData name="Siyi Du" userId="fc0149548d3e3b09" providerId="LiveId" clId="{8F54906C-DB1B-58CE-91E3-4B2EAF2E5E4A}" dt="2025-10-26T14:34:49.599" v="1616" actId="1076"/>
          <ac:picMkLst>
            <pc:docMk/>
            <pc:sldMk cId="3735062396" sldId="314"/>
            <ac:picMk id="10" creationId="{E1809E63-4D25-403D-613C-2DD707B7B8F7}"/>
          </ac:picMkLst>
        </pc:picChg>
        <pc:picChg chg="add mod">
          <ac:chgData name="Siyi Du" userId="fc0149548d3e3b09" providerId="LiveId" clId="{8F54906C-DB1B-58CE-91E3-4B2EAF2E5E4A}" dt="2025-10-26T14:34:53.065" v="1618" actId="14100"/>
          <ac:picMkLst>
            <pc:docMk/>
            <pc:sldMk cId="3735062396" sldId="314"/>
            <ac:picMk id="11" creationId="{902E9050-F827-5DEC-7691-9C3585F72220}"/>
          </ac:picMkLst>
        </pc:picChg>
      </pc:sldChg>
      <pc:sldChg chg="addSp modSp new mod modAnim">
        <pc:chgData name="Siyi Du" userId="fc0149548d3e3b09" providerId="LiveId" clId="{8F54906C-DB1B-58CE-91E3-4B2EAF2E5E4A}" dt="2025-10-29T17:55:16.075" v="4752"/>
        <pc:sldMkLst>
          <pc:docMk/>
          <pc:sldMk cId="523521587" sldId="315"/>
        </pc:sldMkLst>
        <pc:spChg chg="mod">
          <ac:chgData name="Siyi Du" userId="fc0149548d3e3b09" providerId="LiveId" clId="{8F54906C-DB1B-58CE-91E3-4B2EAF2E5E4A}" dt="2025-10-26T11:24:19.318" v="251" actId="20577"/>
          <ac:spMkLst>
            <pc:docMk/>
            <pc:sldMk cId="523521587" sldId="315"/>
            <ac:spMk id="2" creationId="{FDE2EA52-C4D9-2899-7140-FC7C2CBC7574}"/>
          </ac:spMkLst>
        </pc:spChg>
        <pc:spChg chg="mod">
          <ac:chgData name="Siyi Du" userId="fc0149548d3e3b09" providerId="LiveId" clId="{8F54906C-DB1B-58CE-91E3-4B2EAF2E5E4A}" dt="2025-10-26T14:47:07.821" v="2020" actId="20577"/>
          <ac:spMkLst>
            <pc:docMk/>
            <pc:sldMk cId="523521587" sldId="315"/>
            <ac:spMk id="3" creationId="{DB87610B-8593-ECBD-522E-732C03AB4001}"/>
          </ac:spMkLst>
        </pc:spChg>
        <pc:spChg chg="add mod">
          <ac:chgData name="Siyi Du" userId="fc0149548d3e3b09" providerId="LiveId" clId="{8F54906C-DB1B-58CE-91E3-4B2EAF2E5E4A}" dt="2025-10-26T14:47:28.343" v="2059" actId="1035"/>
          <ac:spMkLst>
            <pc:docMk/>
            <pc:sldMk cId="523521587" sldId="315"/>
            <ac:spMk id="10" creationId="{538046AC-1396-1322-6677-59A6F8E06182}"/>
          </ac:spMkLst>
        </pc:spChg>
        <pc:spChg chg="add mod">
          <ac:chgData name="Siyi Du" userId="fc0149548d3e3b09" providerId="LiveId" clId="{8F54906C-DB1B-58CE-91E3-4B2EAF2E5E4A}" dt="2025-10-26T14:47:28.343" v="2059" actId="1035"/>
          <ac:spMkLst>
            <pc:docMk/>
            <pc:sldMk cId="523521587" sldId="315"/>
            <ac:spMk id="11" creationId="{B4AABDBE-B759-65A0-F106-C9F05C717034}"/>
          </ac:spMkLst>
        </pc:spChg>
        <pc:spChg chg="add mod">
          <ac:chgData name="Siyi Du" userId="fc0149548d3e3b09" providerId="LiveId" clId="{8F54906C-DB1B-58CE-91E3-4B2EAF2E5E4A}" dt="2025-10-26T15:22:24.955" v="2349" actId="1076"/>
          <ac:spMkLst>
            <pc:docMk/>
            <pc:sldMk cId="523521587" sldId="315"/>
            <ac:spMk id="13" creationId="{2B8303BE-7F19-24CE-19A9-724F7E3A128A}"/>
          </ac:spMkLst>
        </pc:spChg>
        <pc:spChg chg="add mod">
          <ac:chgData name="Siyi Du" userId="fc0149548d3e3b09" providerId="LiveId" clId="{8F54906C-DB1B-58CE-91E3-4B2EAF2E5E4A}" dt="2025-10-26T15:59:12.920" v="3339" actId="207"/>
          <ac:spMkLst>
            <pc:docMk/>
            <pc:sldMk cId="523521587" sldId="315"/>
            <ac:spMk id="14" creationId="{378B5693-DF03-B6B7-1CE6-7E809EC7F5D8}"/>
          </ac:spMkLst>
        </pc:spChg>
        <pc:picChg chg="add mod">
          <ac:chgData name="Siyi Du" userId="fc0149548d3e3b09" providerId="LiveId" clId="{8F54906C-DB1B-58CE-91E3-4B2EAF2E5E4A}" dt="2025-10-26T14:47:18.344" v="2032" actId="167"/>
          <ac:picMkLst>
            <pc:docMk/>
            <pc:sldMk cId="523521587" sldId="315"/>
            <ac:picMk id="5" creationId="{6BE76C6D-69F2-D70A-CCCD-F4C2F6B1E49F}"/>
          </ac:picMkLst>
        </pc:picChg>
        <pc:picChg chg="add mod">
          <ac:chgData name="Siyi Du" userId="fc0149548d3e3b09" providerId="LiveId" clId="{8F54906C-DB1B-58CE-91E3-4B2EAF2E5E4A}" dt="2025-10-26T14:47:21.365" v="2040" actId="1035"/>
          <ac:picMkLst>
            <pc:docMk/>
            <pc:sldMk cId="523521587" sldId="315"/>
            <ac:picMk id="6" creationId="{7027A2D4-7A7A-72BC-4D8D-8D13016709FB}"/>
          </ac:picMkLst>
        </pc:picChg>
        <pc:picChg chg="add mod">
          <ac:chgData name="Siyi Du" userId="fc0149548d3e3b09" providerId="LiveId" clId="{8F54906C-DB1B-58CE-91E3-4B2EAF2E5E4A}" dt="2025-10-26T14:47:28.343" v="2059" actId="1035"/>
          <ac:picMkLst>
            <pc:docMk/>
            <pc:sldMk cId="523521587" sldId="315"/>
            <ac:picMk id="7" creationId="{62B054EC-EB9B-54C2-5534-29C7F5F33BC5}"/>
          </ac:picMkLst>
        </pc:picChg>
        <pc:picChg chg="add mod">
          <ac:chgData name="Siyi Du" userId="fc0149548d3e3b09" providerId="LiveId" clId="{8F54906C-DB1B-58CE-91E3-4B2EAF2E5E4A}" dt="2025-10-26T14:47:28.343" v="2059" actId="1035"/>
          <ac:picMkLst>
            <pc:docMk/>
            <pc:sldMk cId="523521587" sldId="315"/>
            <ac:picMk id="8" creationId="{1DCEFB36-64F6-71F4-3283-3333FD1BFEC6}"/>
          </ac:picMkLst>
        </pc:picChg>
        <pc:picChg chg="add mod">
          <ac:chgData name="Siyi Du" userId="fc0149548d3e3b09" providerId="LiveId" clId="{8F54906C-DB1B-58CE-91E3-4B2EAF2E5E4A}" dt="2025-10-26T14:47:28.343" v="2059" actId="1035"/>
          <ac:picMkLst>
            <pc:docMk/>
            <pc:sldMk cId="523521587" sldId="315"/>
            <ac:picMk id="9" creationId="{73892BC4-387A-A9CB-5839-7DF5DCF2B24A}"/>
          </ac:picMkLst>
        </pc:picChg>
        <pc:picChg chg="add mod">
          <ac:chgData name="Siyi Du" userId="fc0149548d3e3b09" providerId="LiveId" clId="{8F54906C-DB1B-58CE-91E3-4B2EAF2E5E4A}" dt="2025-10-26T15:22:26.922" v="2351" actId="1035"/>
          <ac:picMkLst>
            <pc:docMk/>
            <pc:sldMk cId="523521587" sldId="315"/>
            <ac:picMk id="12" creationId="{DE8073B3-58FA-3C7F-5A58-68544D6A0EC4}"/>
          </ac:picMkLst>
        </pc:picChg>
      </pc:sldChg>
      <pc:sldChg chg="modSp add mod">
        <pc:chgData name="Siyi Du" userId="fc0149548d3e3b09" providerId="LiveId" clId="{8F54906C-DB1B-58CE-91E3-4B2EAF2E5E4A}" dt="2025-10-26T12:06:39.450" v="822" actId="1076"/>
        <pc:sldMkLst>
          <pc:docMk/>
          <pc:sldMk cId="171328726" sldId="317"/>
        </pc:sldMkLst>
        <pc:picChg chg="mod">
          <ac:chgData name="Siyi Du" userId="fc0149548d3e3b09" providerId="LiveId" clId="{8F54906C-DB1B-58CE-91E3-4B2EAF2E5E4A}" dt="2025-10-26T12:06:39.450" v="822" actId="1076"/>
          <ac:picMkLst>
            <pc:docMk/>
            <pc:sldMk cId="171328726" sldId="317"/>
            <ac:picMk id="22" creationId="{77DCC337-DD08-5D6D-F055-C16B22CB93EA}"/>
          </ac:picMkLst>
        </pc:picChg>
      </pc:sldChg>
      <pc:sldChg chg="addSp delSp modSp new mod">
        <pc:chgData name="Siyi Du" userId="fc0149548d3e3b09" providerId="LiveId" clId="{8F54906C-DB1B-58CE-91E3-4B2EAF2E5E4A}" dt="2025-10-26T15:16:08.266" v="2197" actId="1076"/>
        <pc:sldMkLst>
          <pc:docMk/>
          <pc:sldMk cId="2916762162" sldId="318"/>
        </pc:sldMkLst>
        <pc:spChg chg="mod">
          <ac:chgData name="Siyi Du" userId="fc0149548d3e3b09" providerId="LiveId" clId="{8F54906C-DB1B-58CE-91E3-4B2EAF2E5E4A}" dt="2025-10-26T15:12:33.692" v="2091" actId="20577"/>
          <ac:spMkLst>
            <pc:docMk/>
            <pc:sldMk cId="2916762162" sldId="318"/>
            <ac:spMk id="2" creationId="{28EC74EF-63F4-8A99-3BFC-C4D33F052514}"/>
          </ac:spMkLst>
        </pc:spChg>
        <pc:spChg chg="add mod">
          <ac:chgData name="Siyi Du" userId="fc0149548d3e3b09" providerId="LiveId" clId="{8F54906C-DB1B-58CE-91E3-4B2EAF2E5E4A}" dt="2025-10-26T15:13:50.704" v="2138" actId="20577"/>
          <ac:spMkLst>
            <pc:docMk/>
            <pc:sldMk cId="2916762162" sldId="318"/>
            <ac:spMk id="6" creationId="{D3B00C63-A927-7D9D-4B91-663CEA805983}"/>
          </ac:spMkLst>
        </pc:spChg>
        <pc:spChg chg="add mod">
          <ac:chgData name="Siyi Du" userId="fc0149548d3e3b09" providerId="LiveId" clId="{8F54906C-DB1B-58CE-91E3-4B2EAF2E5E4A}" dt="2025-10-26T15:14:34.367" v="2191" actId="1076"/>
          <ac:spMkLst>
            <pc:docMk/>
            <pc:sldMk cId="2916762162" sldId="318"/>
            <ac:spMk id="8" creationId="{8A308579-460C-9C81-9D37-B226C74E9954}"/>
          </ac:spMkLst>
        </pc:spChg>
        <pc:picChg chg="add mod">
          <ac:chgData name="Siyi Du" userId="fc0149548d3e3b09" providerId="LiveId" clId="{8F54906C-DB1B-58CE-91E3-4B2EAF2E5E4A}" dt="2025-10-26T15:13:07.651" v="2096" actId="1076"/>
          <ac:picMkLst>
            <pc:docMk/>
            <pc:sldMk cId="2916762162" sldId="318"/>
            <ac:picMk id="5" creationId="{80ADBDFB-B310-A2B7-59A8-7BA5164DE8DC}"/>
          </ac:picMkLst>
        </pc:picChg>
        <pc:picChg chg="add mod">
          <ac:chgData name="Siyi Du" userId="fc0149548d3e3b09" providerId="LiveId" clId="{8F54906C-DB1B-58CE-91E3-4B2EAF2E5E4A}" dt="2025-10-26T15:14:08.673" v="2142" actId="1076"/>
          <ac:picMkLst>
            <pc:docMk/>
            <pc:sldMk cId="2916762162" sldId="318"/>
            <ac:picMk id="7" creationId="{55738575-3895-AB10-BA7F-ED116791AF53}"/>
          </ac:picMkLst>
        </pc:picChg>
        <pc:picChg chg="add mod">
          <ac:chgData name="Siyi Du" userId="fc0149548d3e3b09" providerId="LiveId" clId="{8F54906C-DB1B-58CE-91E3-4B2EAF2E5E4A}" dt="2025-10-26T15:15:24.970" v="2194" actId="1076"/>
          <ac:picMkLst>
            <pc:docMk/>
            <pc:sldMk cId="2916762162" sldId="318"/>
            <ac:picMk id="9" creationId="{A2304A0C-69B3-5C4A-1EF3-377CACC8F978}"/>
          </ac:picMkLst>
        </pc:picChg>
        <pc:picChg chg="add mod">
          <ac:chgData name="Siyi Du" userId="fc0149548d3e3b09" providerId="LiveId" clId="{8F54906C-DB1B-58CE-91E3-4B2EAF2E5E4A}" dt="2025-10-26T15:16:08.266" v="2197" actId="1076"/>
          <ac:picMkLst>
            <pc:docMk/>
            <pc:sldMk cId="2916762162" sldId="318"/>
            <ac:picMk id="10" creationId="{3B3BAB6D-558B-2DC9-C940-871456866F93}"/>
          </ac:picMkLst>
        </pc:picChg>
      </pc:sldChg>
      <pc:sldChg chg="addSp modSp new mod modNotesTx">
        <pc:chgData name="Siyi Du" userId="fc0149548d3e3b09" providerId="LiveId" clId="{8F54906C-DB1B-58CE-91E3-4B2EAF2E5E4A}" dt="2025-10-26T15:19:21.110" v="2288" actId="1076"/>
        <pc:sldMkLst>
          <pc:docMk/>
          <pc:sldMk cId="2498219904" sldId="319"/>
        </pc:sldMkLst>
        <pc:spChg chg="mod">
          <ac:chgData name="Siyi Du" userId="fc0149548d3e3b09" providerId="LiveId" clId="{8F54906C-DB1B-58CE-91E3-4B2EAF2E5E4A}" dt="2025-10-26T15:17:55.220" v="2218" actId="20577"/>
          <ac:spMkLst>
            <pc:docMk/>
            <pc:sldMk cId="2498219904" sldId="319"/>
            <ac:spMk id="2" creationId="{FEF19098-7AC0-9ADC-546D-8E1EB8C00029}"/>
          </ac:spMkLst>
        </pc:spChg>
        <pc:spChg chg="mod">
          <ac:chgData name="Siyi Du" userId="fc0149548d3e3b09" providerId="LiveId" clId="{8F54906C-DB1B-58CE-91E3-4B2EAF2E5E4A}" dt="2025-10-26T15:18:00.513" v="2219" actId="14100"/>
          <ac:spMkLst>
            <pc:docMk/>
            <pc:sldMk cId="2498219904" sldId="319"/>
            <ac:spMk id="3" creationId="{DC042F0D-956B-9C8C-A8B9-DBBE2FFDC904}"/>
          </ac:spMkLst>
        </pc:spChg>
        <pc:spChg chg="add mod">
          <ac:chgData name="Siyi Du" userId="fc0149548d3e3b09" providerId="LiveId" clId="{8F54906C-DB1B-58CE-91E3-4B2EAF2E5E4A}" dt="2025-10-26T15:18:19.593" v="2233" actId="1076"/>
          <ac:spMkLst>
            <pc:docMk/>
            <pc:sldMk cId="2498219904" sldId="319"/>
            <ac:spMk id="6" creationId="{90C1FEB2-74E3-DED7-8222-47C430909561}"/>
          </ac:spMkLst>
        </pc:spChg>
        <pc:picChg chg="add mod modCrop">
          <ac:chgData name="Siyi Du" userId="fc0149548d3e3b09" providerId="LiveId" clId="{8F54906C-DB1B-58CE-91E3-4B2EAF2E5E4A}" dt="2025-10-26T15:19:21.110" v="2288" actId="1076"/>
          <ac:picMkLst>
            <pc:docMk/>
            <pc:sldMk cId="2498219904" sldId="319"/>
            <ac:picMk id="5" creationId="{3574E669-8840-31CD-74AB-91DF2402BAE4}"/>
          </ac:picMkLst>
        </pc:picChg>
      </pc:sldChg>
      <pc:sldChg chg="addSp modSp new mod">
        <pc:chgData name="Siyi Du" userId="fc0149548d3e3b09" providerId="LiveId" clId="{8F54906C-DB1B-58CE-91E3-4B2EAF2E5E4A}" dt="2025-10-26T15:35:17.153" v="2542" actId="20577"/>
        <pc:sldMkLst>
          <pc:docMk/>
          <pc:sldMk cId="3824971331" sldId="320"/>
        </pc:sldMkLst>
        <pc:spChg chg="mod">
          <ac:chgData name="Siyi Du" userId="fc0149548d3e3b09" providerId="LiveId" clId="{8F54906C-DB1B-58CE-91E3-4B2EAF2E5E4A}" dt="2025-10-26T15:20:42.244" v="2346" actId="20577"/>
          <ac:spMkLst>
            <pc:docMk/>
            <pc:sldMk cId="3824971331" sldId="320"/>
            <ac:spMk id="2" creationId="{37602F70-A2B9-9141-C4A7-12360364EF07}"/>
          </ac:spMkLst>
        </pc:spChg>
        <pc:spChg chg="mod">
          <ac:chgData name="Siyi Du" userId="fc0149548d3e3b09" providerId="LiveId" clId="{8F54906C-DB1B-58CE-91E3-4B2EAF2E5E4A}" dt="2025-10-26T15:35:17.153" v="2542" actId="20577"/>
          <ac:spMkLst>
            <pc:docMk/>
            <pc:sldMk cId="3824971331" sldId="320"/>
            <ac:spMk id="3" creationId="{F8E44D7D-9C19-EDA2-E4E7-B66BF5C94FD8}"/>
          </ac:spMkLst>
        </pc:spChg>
        <pc:spChg chg="add mod">
          <ac:chgData name="Siyi Du" userId="fc0149548d3e3b09" providerId="LiveId" clId="{8F54906C-DB1B-58CE-91E3-4B2EAF2E5E4A}" dt="2025-10-26T15:25:25.335" v="2442" actId="1076"/>
          <ac:spMkLst>
            <pc:docMk/>
            <pc:sldMk cId="3824971331" sldId="320"/>
            <ac:spMk id="5" creationId="{C5274FDC-6F29-509B-4543-EE421C2B9E55}"/>
          </ac:spMkLst>
        </pc:spChg>
        <pc:picChg chg="add mod">
          <ac:chgData name="Siyi Du" userId="fc0149548d3e3b09" providerId="LiveId" clId="{8F54906C-DB1B-58CE-91E3-4B2EAF2E5E4A}" dt="2025-10-26T15:33:38.654" v="2445" actId="1076"/>
          <ac:picMkLst>
            <pc:docMk/>
            <pc:sldMk cId="3824971331" sldId="320"/>
            <ac:picMk id="6" creationId="{FA798911-0A30-9650-7E99-FCBC8244B0BD}"/>
          </ac:picMkLst>
        </pc:picChg>
      </pc:sldChg>
      <pc:sldChg chg="addSp delSp modSp new mod modAnim">
        <pc:chgData name="Siyi Du" userId="fc0149548d3e3b09" providerId="LiveId" clId="{8F54906C-DB1B-58CE-91E3-4B2EAF2E5E4A}" dt="2025-10-29T17:56:50.326" v="4759"/>
        <pc:sldMkLst>
          <pc:docMk/>
          <pc:sldMk cId="865246965" sldId="321"/>
        </pc:sldMkLst>
        <pc:spChg chg="mod">
          <ac:chgData name="Siyi Du" userId="fc0149548d3e3b09" providerId="LiveId" clId="{8F54906C-DB1B-58CE-91E3-4B2EAF2E5E4A}" dt="2025-10-26T15:37:48.398" v="2568" actId="20577"/>
          <ac:spMkLst>
            <pc:docMk/>
            <pc:sldMk cId="865246965" sldId="321"/>
            <ac:spMk id="2" creationId="{5ED4736F-E9DD-3C0E-9C94-5143255A127A}"/>
          </ac:spMkLst>
        </pc:spChg>
        <pc:spChg chg="mod">
          <ac:chgData name="Siyi Du" userId="fc0149548d3e3b09" providerId="LiveId" clId="{8F54906C-DB1B-58CE-91E3-4B2EAF2E5E4A}" dt="2025-10-29T17:56:40.847" v="4756" actId="20577"/>
          <ac:spMkLst>
            <pc:docMk/>
            <pc:sldMk cId="865246965" sldId="321"/>
            <ac:spMk id="3" creationId="{BBA28328-3D7C-9D41-4C98-6FAA8D14F417}"/>
          </ac:spMkLst>
        </pc:spChg>
        <pc:picChg chg="add mod">
          <ac:chgData name="Siyi Du" userId="fc0149548d3e3b09" providerId="LiveId" clId="{8F54906C-DB1B-58CE-91E3-4B2EAF2E5E4A}" dt="2025-10-26T15:38:57.743" v="2701" actId="1076"/>
          <ac:picMkLst>
            <pc:docMk/>
            <pc:sldMk cId="865246965" sldId="321"/>
            <ac:picMk id="5" creationId="{0E20002D-AF84-3ECA-1778-3512678C1661}"/>
          </ac:picMkLst>
        </pc:picChg>
        <pc:picChg chg="add mod">
          <ac:chgData name="Siyi Du" userId="fc0149548d3e3b09" providerId="LiveId" clId="{8F54906C-DB1B-58CE-91E3-4B2EAF2E5E4A}" dt="2025-10-26T15:58:13.024" v="3327" actId="1076"/>
          <ac:picMkLst>
            <pc:docMk/>
            <pc:sldMk cId="865246965" sldId="321"/>
            <ac:picMk id="7" creationId="{72D7427D-763D-5B16-35CC-1E71AAF6589E}"/>
          </ac:picMkLst>
        </pc:picChg>
        <pc:picChg chg="add mod">
          <ac:chgData name="Siyi Du" userId="fc0149548d3e3b09" providerId="LiveId" clId="{8F54906C-DB1B-58CE-91E3-4B2EAF2E5E4A}" dt="2025-10-26T15:58:15.213" v="3328" actId="1076"/>
          <ac:picMkLst>
            <pc:docMk/>
            <pc:sldMk cId="865246965" sldId="321"/>
            <ac:picMk id="8" creationId="{D0773C1A-FC5E-F1C1-8140-369F6436F8F6}"/>
          </ac:picMkLst>
        </pc:picChg>
        <pc:picChg chg="add mod">
          <ac:chgData name="Siyi Du" userId="fc0149548d3e3b09" providerId="LiveId" clId="{8F54906C-DB1B-58CE-91E3-4B2EAF2E5E4A}" dt="2025-10-26T15:58:20.374" v="3333" actId="1076"/>
          <ac:picMkLst>
            <pc:docMk/>
            <pc:sldMk cId="865246965" sldId="321"/>
            <ac:picMk id="9" creationId="{4D595FFE-2F81-566D-6440-B464A363C09B}"/>
          </ac:picMkLst>
        </pc:picChg>
        <pc:picChg chg="add mod">
          <ac:chgData name="Siyi Du" userId="fc0149548d3e3b09" providerId="LiveId" clId="{8F54906C-DB1B-58CE-91E3-4B2EAF2E5E4A}" dt="2025-10-26T15:58:09.723" v="3326" actId="1076"/>
          <ac:picMkLst>
            <pc:docMk/>
            <pc:sldMk cId="865246965" sldId="321"/>
            <ac:picMk id="10" creationId="{D24C1303-A7E3-4F3B-FCF1-7D6D5017703E}"/>
          </ac:picMkLst>
        </pc:picChg>
      </pc:sldChg>
      <pc:sldChg chg="addSp delSp modSp new mod modAnim">
        <pc:chgData name="Siyi Du" userId="fc0149548d3e3b09" providerId="LiveId" clId="{8F54906C-DB1B-58CE-91E3-4B2EAF2E5E4A}" dt="2025-10-29T17:57:55.267" v="4764"/>
        <pc:sldMkLst>
          <pc:docMk/>
          <pc:sldMk cId="4073403315" sldId="322"/>
        </pc:sldMkLst>
        <pc:spChg chg="mod">
          <ac:chgData name="Siyi Du" userId="fc0149548d3e3b09" providerId="LiveId" clId="{8F54906C-DB1B-58CE-91E3-4B2EAF2E5E4A}" dt="2025-10-26T15:47:37.961" v="2884" actId="20577"/>
          <ac:spMkLst>
            <pc:docMk/>
            <pc:sldMk cId="4073403315" sldId="322"/>
            <ac:spMk id="2" creationId="{18F20105-03C2-1D36-1098-4400EF773CF4}"/>
          </ac:spMkLst>
        </pc:spChg>
        <pc:spChg chg="mod">
          <ac:chgData name="Siyi Du" userId="fc0149548d3e3b09" providerId="LiveId" clId="{8F54906C-DB1B-58CE-91E3-4B2EAF2E5E4A}" dt="2025-10-26T15:57:25.870" v="3315" actId="20577"/>
          <ac:spMkLst>
            <pc:docMk/>
            <pc:sldMk cId="4073403315" sldId="322"/>
            <ac:spMk id="3" creationId="{C601747E-88EC-1E81-B12A-430FFBFE278C}"/>
          </ac:spMkLst>
        </pc:spChg>
        <pc:spChg chg="add">
          <ac:chgData name="Siyi Du" userId="fc0149548d3e3b09" providerId="LiveId" clId="{8F54906C-DB1B-58CE-91E3-4B2EAF2E5E4A}" dt="2025-10-26T15:55:13.567" v="3226" actId="11529"/>
          <ac:spMkLst>
            <pc:docMk/>
            <pc:sldMk cId="4073403315" sldId="322"/>
            <ac:spMk id="11" creationId="{C550E8F9-5236-4FC7-C369-A21F249A67CE}"/>
          </ac:spMkLst>
        </pc:spChg>
        <pc:spChg chg="add mod">
          <ac:chgData name="Siyi Du" userId="fc0149548d3e3b09" providerId="LiveId" clId="{8F54906C-DB1B-58CE-91E3-4B2EAF2E5E4A}" dt="2025-10-26T15:58:47.704" v="3336" actId="207"/>
          <ac:spMkLst>
            <pc:docMk/>
            <pc:sldMk cId="4073403315" sldId="322"/>
            <ac:spMk id="13" creationId="{3910C905-7C2E-94A1-3503-CF04315AC620}"/>
          </ac:spMkLst>
        </pc:spChg>
        <pc:picChg chg="add mod">
          <ac:chgData name="Siyi Du" userId="fc0149548d3e3b09" providerId="LiveId" clId="{8F54906C-DB1B-58CE-91E3-4B2EAF2E5E4A}" dt="2025-10-26T15:48:37.403" v="2926" actId="1076"/>
          <ac:picMkLst>
            <pc:docMk/>
            <pc:sldMk cId="4073403315" sldId="322"/>
            <ac:picMk id="5" creationId="{EA1B6576-A0EB-CE56-914C-F1A8E1799B03}"/>
          </ac:picMkLst>
        </pc:picChg>
        <pc:picChg chg="add mod modCrop">
          <ac:chgData name="Siyi Du" userId="fc0149548d3e3b09" providerId="LiveId" clId="{8F54906C-DB1B-58CE-91E3-4B2EAF2E5E4A}" dt="2025-10-26T15:51:03.146" v="2994" actId="732"/>
          <ac:picMkLst>
            <pc:docMk/>
            <pc:sldMk cId="4073403315" sldId="322"/>
            <ac:picMk id="7" creationId="{F744A909-AD36-A8B3-64E9-C5D3796C462F}"/>
          </ac:picMkLst>
        </pc:picChg>
        <pc:picChg chg="add mod">
          <ac:chgData name="Siyi Du" userId="fc0149548d3e3b09" providerId="LiveId" clId="{8F54906C-DB1B-58CE-91E3-4B2EAF2E5E4A}" dt="2025-10-26T15:53:10.646" v="3114" actId="1076"/>
          <ac:picMkLst>
            <pc:docMk/>
            <pc:sldMk cId="4073403315" sldId="322"/>
            <ac:picMk id="8" creationId="{CD376DE5-0317-2A03-9F05-36C24E56CC74}"/>
          </ac:picMkLst>
        </pc:picChg>
        <pc:picChg chg="add mod">
          <ac:chgData name="Siyi Du" userId="fc0149548d3e3b09" providerId="LiveId" clId="{8F54906C-DB1B-58CE-91E3-4B2EAF2E5E4A}" dt="2025-10-26T15:54:58.454" v="3223" actId="1076"/>
          <ac:picMkLst>
            <pc:docMk/>
            <pc:sldMk cId="4073403315" sldId="322"/>
            <ac:picMk id="9" creationId="{E55A84F9-D9CC-85A1-11EC-3A89E0D361EC}"/>
          </ac:picMkLst>
        </pc:picChg>
        <pc:picChg chg="add mod">
          <ac:chgData name="Siyi Du" userId="fc0149548d3e3b09" providerId="LiveId" clId="{8F54906C-DB1B-58CE-91E3-4B2EAF2E5E4A}" dt="2025-10-26T15:55:00.225" v="3224" actId="1076"/>
          <ac:picMkLst>
            <pc:docMk/>
            <pc:sldMk cId="4073403315" sldId="322"/>
            <ac:picMk id="10" creationId="{1725A6EF-588E-1A50-70FD-FB4E1FA2AF03}"/>
          </ac:picMkLst>
        </pc:picChg>
        <pc:picChg chg="add mod">
          <ac:chgData name="Siyi Du" userId="fc0149548d3e3b09" providerId="LiveId" clId="{8F54906C-DB1B-58CE-91E3-4B2EAF2E5E4A}" dt="2025-10-26T15:57:39.287" v="3317" actId="1076"/>
          <ac:picMkLst>
            <pc:docMk/>
            <pc:sldMk cId="4073403315" sldId="322"/>
            <ac:picMk id="12" creationId="{FEF1C02E-9849-2E93-87C3-DDDFAAFFA5D3}"/>
          </ac:picMkLst>
        </pc:picChg>
      </pc:sldChg>
      <pc:sldChg chg="addSp delSp modSp new mod">
        <pc:chgData name="Siyi Du" userId="fc0149548d3e3b09" providerId="LiveId" clId="{8F54906C-DB1B-58CE-91E3-4B2EAF2E5E4A}" dt="2025-10-26T16:04:00.101" v="3481" actId="1076"/>
        <pc:sldMkLst>
          <pc:docMk/>
          <pc:sldMk cId="1172529359" sldId="323"/>
        </pc:sldMkLst>
        <pc:spChg chg="mod">
          <ac:chgData name="Siyi Du" userId="fc0149548d3e3b09" providerId="LiveId" clId="{8F54906C-DB1B-58CE-91E3-4B2EAF2E5E4A}" dt="2025-10-26T16:02:46.422" v="3393" actId="20577"/>
          <ac:spMkLst>
            <pc:docMk/>
            <pc:sldMk cId="1172529359" sldId="323"/>
            <ac:spMk id="2" creationId="{A0F9FAAE-00EF-1259-1C45-7B68649209D7}"/>
          </ac:spMkLst>
        </pc:spChg>
        <pc:spChg chg="add mod">
          <ac:chgData name="Siyi Du" userId="fc0149548d3e3b09" providerId="LiveId" clId="{8F54906C-DB1B-58CE-91E3-4B2EAF2E5E4A}" dt="2025-10-26T16:04:00.101" v="3481" actId="1076"/>
          <ac:spMkLst>
            <pc:docMk/>
            <pc:sldMk cId="1172529359" sldId="323"/>
            <ac:spMk id="7" creationId="{963E34A3-87A4-5867-875F-357C743CEBE1}"/>
          </ac:spMkLst>
        </pc:spChg>
        <pc:picChg chg="add mod">
          <ac:chgData name="Siyi Du" userId="fc0149548d3e3b09" providerId="LiveId" clId="{8F54906C-DB1B-58CE-91E3-4B2EAF2E5E4A}" dt="2025-10-26T16:02:51.369" v="3395" actId="1076"/>
          <ac:picMkLst>
            <pc:docMk/>
            <pc:sldMk cId="1172529359" sldId="323"/>
            <ac:picMk id="5" creationId="{5B3E5846-73A5-E23F-7C01-434268C241A9}"/>
          </ac:picMkLst>
        </pc:picChg>
        <pc:picChg chg="add mod">
          <ac:chgData name="Siyi Du" userId="fc0149548d3e3b09" providerId="LiveId" clId="{8F54906C-DB1B-58CE-91E3-4B2EAF2E5E4A}" dt="2025-10-26T16:03:19.765" v="3400" actId="1076"/>
          <ac:picMkLst>
            <pc:docMk/>
            <pc:sldMk cId="1172529359" sldId="323"/>
            <ac:picMk id="6" creationId="{902CEC3D-4A71-7C18-6BAA-A76953C9F4DF}"/>
          </ac:picMkLst>
        </pc:picChg>
      </pc:sldChg>
      <pc:sldChg chg="addSp delSp modSp new mod">
        <pc:chgData name="Siyi Du" userId="fc0149548d3e3b09" providerId="LiveId" clId="{8F54906C-DB1B-58CE-91E3-4B2EAF2E5E4A}" dt="2025-10-26T16:05:39.706" v="3495" actId="478"/>
        <pc:sldMkLst>
          <pc:docMk/>
          <pc:sldMk cId="3264855129" sldId="324"/>
        </pc:sldMkLst>
        <pc:spChg chg="mod">
          <ac:chgData name="Siyi Du" userId="fc0149548d3e3b09" providerId="LiveId" clId="{8F54906C-DB1B-58CE-91E3-4B2EAF2E5E4A}" dt="2025-10-26T16:05:35.520" v="3493" actId="20577"/>
          <ac:spMkLst>
            <pc:docMk/>
            <pc:sldMk cId="3264855129" sldId="324"/>
            <ac:spMk id="2" creationId="{06FE019C-C2EB-2B37-5152-BF5D12021459}"/>
          </ac:spMkLst>
        </pc:spChg>
        <pc:picChg chg="add mod">
          <ac:chgData name="Siyi Du" userId="fc0149548d3e3b09" providerId="LiveId" clId="{8F54906C-DB1B-58CE-91E3-4B2EAF2E5E4A}" dt="2025-10-26T16:05:37.533" v="3494"/>
          <ac:picMkLst>
            <pc:docMk/>
            <pc:sldMk cId="3264855129" sldId="324"/>
            <ac:picMk id="5" creationId="{021EA656-B4C7-B7AA-F59F-D84099D7EFC8}"/>
          </ac:picMkLst>
        </pc:picChg>
      </pc:sldChg>
      <pc:sldChg chg="addSp delSp modSp new mod">
        <pc:chgData name="Siyi Du" userId="fc0149548d3e3b09" providerId="LiveId" clId="{8F54906C-DB1B-58CE-91E3-4B2EAF2E5E4A}" dt="2025-10-26T16:15:50.729" v="3749" actId="2165"/>
        <pc:sldMkLst>
          <pc:docMk/>
          <pc:sldMk cId="3052788066" sldId="325"/>
        </pc:sldMkLst>
        <pc:spChg chg="mod">
          <ac:chgData name="Siyi Du" userId="fc0149548d3e3b09" providerId="LiveId" clId="{8F54906C-DB1B-58CE-91E3-4B2EAF2E5E4A}" dt="2025-10-26T16:08:22.339" v="3507" actId="20577"/>
          <ac:spMkLst>
            <pc:docMk/>
            <pc:sldMk cId="3052788066" sldId="325"/>
            <ac:spMk id="2" creationId="{EEB816AA-A41A-D399-21E1-DC5898C26153}"/>
          </ac:spMkLst>
        </pc:spChg>
        <pc:graphicFrameChg chg="add mod modGraphic">
          <ac:chgData name="Siyi Du" userId="fc0149548d3e3b09" providerId="LiveId" clId="{8F54906C-DB1B-58CE-91E3-4B2EAF2E5E4A}" dt="2025-10-26T16:15:50.729" v="3749" actId="2165"/>
          <ac:graphicFrameMkLst>
            <pc:docMk/>
            <pc:sldMk cId="3052788066" sldId="325"/>
            <ac:graphicFrameMk id="5" creationId="{B0DBF02B-CFDF-E858-5794-4EF248F13D6A}"/>
          </ac:graphicFrameMkLst>
        </pc:graphicFrameChg>
      </pc:sldChg>
      <pc:sldChg chg="addSp modSp new mod">
        <pc:chgData name="Siyi Du" userId="fc0149548d3e3b09" providerId="LiveId" clId="{8F54906C-DB1B-58CE-91E3-4B2EAF2E5E4A}" dt="2025-10-26T16:22:33.758" v="4011" actId="1036"/>
        <pc:sldMkLst>
          <pc:docMk/>
          <pc:sldMk cId="2786074352" sldId="326"/>
        </pc:sldMkLst>
        <pc:spChg chg="mod">
          <ac:chgData name="Siyi Du" userId="fc0149548d3e3b09" providerId="LiveId" clId="{8F54906C-DB1B-58CE-91E3-4B2EAF2E5E4A}" dt="2025-10-26T16:17:11.235" v="3808" actId="20577"/>
          <ac:spMkLst>
            <pc:docMk/>
            <pc:sldMk cId="2786074352" sldId="326"/>
            <ac:spMk id="2" creationId="{ABAC72BE-50AC-C728-A7E5-371EC4CCA2EB}"/>
          </ac:spMkLst>
        </pc:spChg>
        <pc:spChg chg="mod">
          <ac:chgData name="Siyi Du" userId="fc0149548d3e3b09" providerId="LiveId" clId="{8F54906C-DB1B-58CE-91E3-4B2EAF2E5E4A}" dt="2025-10-26T16:21:28.465" v="3988" actId="20577"/>
          <ac:spMkLst>
            <pc:docMk/>
            <pc:sldMk cId="2786074352" sldId="326"/>
            <ac:spMk id="3" creationId="{5EDE4A83-7A89-AD47-AEF3-219BFB99F708}"/>
          </ac:spMkLst>
        </pc:spChg>
        <pc:spChg chg="add mod">
          <ac:chgData name="Siyi Du" userId="fc0149548d3e3b09" providerId="LiveId" clId="{8F54906C-DB1B-58CE-91E3-4B2EAF2E5E4A}" dt="2025-10-26T16:22:31.253" v="4004" actId="1036"/>
          <ac:spMkLst>
            <pc:docMk/>
            <pc:sldMk cId="2786074352" sldId="326"/>
            <ac:spMk id="5" creationId="{E6510BA0-C4CF-AAFA-E987-0B11A1639359}"/>
          </ac:spMkLst>
        </pc:spChg>
        <pc:picChg chg="add mod">
          <ac:chgData name="Siyi Du" userId="fc0149548d3e3b09" providerId="LiveId" clId="{8F54906C-DB1B-58CE-91E3-4B2EAF2E5E4A}" dt="2025-10-26T16:22:23.240" v="3996" actId="1076"/>
          <ac:picMkLst>
            <pc:docMk/>
            <pc:sldMk cId="2786074352" sldId="326"/>
            <ac:picMk id="6" creationId="{9D134B83-39FB-99FC-84B3-9E9F48E6734B}"/>
          </ac:picMkLst>
        </pc:picChg>
        <pc:picChg chg="add mod">
          <ac:chgData name="Siyi Du" userId="fc0149548d3e3b09" providerId="LiveId" clId="{8F54906C-DB1B-58CE-91E3-4B2EAF2E5E4A}" dt="2025-10-26T16:22:02.945" v="3994" actId="1076"/>
          <ac:picMkLst>
            <pc:docMk/>
            <pc:sldMk cId="2786074352" sldId="326"/>
            <ac:picMk id="7" creationId="{0600675D-F8F0-4FC6-1EF7-268D10B7CBA7}"/>
          </ac:picMkLst>
        </pc:picChg>
        <pc:picChg chg="add mod">
          <ac:chgData name="Siyi Du" userId="fc0149548d3e3b09" providerId="LiveId" clId="{8F54906C-DB1B-58CE-91E3-4B2EAF2E5E4A}" dt="2025-10-26T16:22:33.758" v="4011" actId="1036"/>
          <ac:picMkLst>
            <pc:docMk/>
            <pc:sldMk cId="2786074352" sldId="326"/>
            <ac:picMk id="8" creationId="{783F1B37-350E-B467-A898-7EDC284F329F}"/>
          </ac:picMkLst>
        </pc:picChg>
      </pc:sldChg>
      <pc:sldChg chg="addSp delSp modSp new mod">
        <pc:chgData name="Siyi Du" userId="fc0149548d3e3b09" providerId="LiveId" clId="{8F54906C-DB1B-58CE-91E3-4B2EAF2E5E4A}" dt="2025-10-26T16:24:56.309" v="4026" actId="1076"/>
        <pc:sldMkLst>
          <pc:docMk/>
          <pc:sldMk cId="1183108046" sldId="327"/>
        </pc:sldMkLst>
        <pc:spChg chg="mod">
          <ac:chgData name="Siyi Du" userId="fc0149548d3e3b09" providerId="LiveId" clId="{8F54906C-DB1B-58CE-91E3-4B2EAF2E5E4A}" dt="2025-10-26T16:24:49.233" v="4023" actId="20577"/>
          <ac:spMkLst>
            <pc:docMk/>
            <pc:sldMk cId="1183108046" sldId="327"/>
            <ac:spMk id="2" creationId="{F0F2CF73-D98E-BA1B-227A-9C964AFF0839}"/>
          </ac:spMkLst>
        </pc:spChg>
        <pc:picChg chg="add mod">
          <ac:chgData name="Siyi Du" userId="fc0149548d3e3b09" providerId="LiveId" clId="{8F54906C-DB1B-58CE-91E3-4B2EAF2E5E4A}" dt="2025-10-26T16:24:56.309" v="4026" actId="1076"/>
          <ac:picMkLst>
            <pc:docMk/>
            <pc:sldMk cId="1183108046" sldId="327"/>
            <ac:picMk id="5" creationId="{A6C63540-63D5-6321-4D7D-8AC0F2B1B03D}"/>
          </ac:picMkLst>
        </pc:picChg>
      </pc:sldChg>
      <pc:sldChg chg="addSp delSp modSp new mod">
        <pc:chgData name="Siyi Du" userId="fc0149548d3e3b09" providerId="LiveId" clId="{8F54906C-DB1B-58CE-91E3-4B2EAF2E5E4A}" dt="2025-10-26T16:42:53.768" v="4737" actId="1035"/>
        <pc:sldMkLst>
          <pc:docMk/>
          <pc:sldMk cId="2853125317" sldId="328"/>
        </pc:sldMkLst>
        <pc:spChg chg="mod">
          <ac:chgData name="Siyi Du" userId="fc0149548d3e3b09" providerId="LiveId" clId="{8F54906C-DB1B-58CE-91E3-4B2EAF2E5E4A}" dt="2025-10-26T16:30:25.855" v="4040" actId="20577"/>
          <ac:spMkLst>
            <pc:docMk/>
            <pc:sldMk cId="2853125317" sldId="328"/>
            <ac:spMk id="2" creationId="{32132E25-468E-B39A-CD41-6478EA401DB7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5" creationId="{6AE02EA3-5D61-9060-0054-E2D86580ECED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6" creationId="{22B45A0C-F6A0-79C9-C5D9-7269303C1D10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9" creationId="{A6C6681D-5541-4FF7-B9C0-4F7881160DD5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10" creationId="{CD56E3F8-88D6-715A-F7F3-FAA0E8A1FD2E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12" creationId="{4A0BD208-7F85-0EDE-476E-9A22B5EDAC3A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13" creationId="{F131313A-B88C-8EAE-A158-31643ADFB87A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14" creationId="{B3C76AC7-6670-1532-DADD-D76F1F338CD0}"/>
          </ac:spMkLst>
        </pc:spChg>
        <pc:spChg chg="add mod">
          <ac:chgData name="Siyi Du" userId="fc0149548d3e3b09" providerId="LiveId" clId="{8F54906C-DB1B-58CE-91E3-4B2EAF2E5E4A}" dt="2025-10-26T16:42:18.267" v="4713" actId="20577"/>
          <ac:spMkLst>
            <pc:docMk/>
            <pc:sldMk cId="2853125317" sldId="328"/>
            <ac:spMk id="16" creationId="{C2B73218-559A-4E27-82E6-BFE7A79D50CB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18" creationId="{B49D210B-1C3F-300F-123B-FA9C9E08191D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21" creationId="{44ED2F24-174D-2F7D-05C3-1FB8AAF7CD5D}"/>
          </ac:spMkLst>
        </pc:spChg>
        <pc:spChg chg="add mod">
          <ac:chgData name="Siyi Du" userId="fc0149548d3e3b09" providerId="LiveId" clId="{8F54906C-DB1B-58CE-91E3-4B2EAF2E5E4A}" dt="2025-10-26T16:42:53.768" v="4737" actId="1035"/>
          <ac:spMkLst>
            <pc:docMk/>
            <pc:sldMk cId="2853125317" sldId="328"/>
            <ac:spMk id="22" creationId="{19995AA1-4A7C-6973-DC8A-A12E03F9362E}"/>
          </ac:spMkLst>
        </pc:spChg>
        <pc:picChg chg="add mod">
          <ac:chgData name="Siyi Du" userId="fc0149548d3e3b09" providerId="LiveId" clId="{8F54906C-DB1B-58CE-91E3-4B2EAF2E5E4A}" dt="2025-10-26T16:37:13.704" v="4414" actId="1076"/>
          <ac:picMkLst>
            <pc:docMk/>
            <pc:sldMk cId="2853125317" sldId="328"/>
            <ac:picMk id="7" creationId="{F5B18A94-265E-48C7-B611-12B38E368C58}"/>
          </ac:picMkLst>
        </pc:picChg>
        <pc:picChg chg="add mod">
          <ac:chgData name="Siyi Du" userId="fc0149548d3e3b09" providerId="LiveId" clId="{8F54906C-DB1B-58CE-91E3-4B2EAF2E5E4A}" dt="2025-10-26T16:40:11.198" v="4646" actId="1038"/>
          <ac:picMkLst>
            <pc:docMk/>
            <pc:sldMk cId="2853125317" sldId="328"/>
            <ac:picMk id="11" creationId="{7EE92495-73C4-8A72-6941-A7E4F790F8D8}"/>
          </ac:picMkLst>
        </pc:picChg>
        <pc:picChg chg="add mod">
          <ac:chgData name="Siyi Du" userId="fc0149548d3e3b09" providerId="LiveId" clId="{8F54906C-DB1B-58CE-91E3-4B2EAF2E5E4A}" dt="2025-10-26T16:40:33.697" v="4658" actId="1038"/>
          <ac:picMkLst>
            <pc:docMk/>
            <pc:sldMk cId="2853125317" sldId="328"/>
            <ac:picMk id="15" creationId="{8F7B31B9-6FF0-17AC-4D76-A0F11DB59D1E}"/>
          </ac:picMkLst>
        </pc:picChg>
        <pc:picChg chg="add mod">
          <ac:chgData name="Siyi Du" userId="fc0149548d3e3b09" providerId="LiveId" clId="{8F54906C-DB1B-58CE-91E3-4B2EAF2E5E4A}" dt="2025-10-26T16:42:23.120" v="4732" actId="1037"/>
          <ac:picMkLst>
            <pc:docMk/>
            <pc:sldMk cId="2853125317" sldId="328"/>
            <ac:picMk id="17" creationId="{E450A72B-93A6-8F34-DDBD-9BA7D7ED96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user’s instructions helpfully and </a:t>
            </a:r>
            <a:r>
              <a:rPr lang="en-US" dirty="0" err="1"/>
              <a:t>safelly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2648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27E5-29E1-DE66-EA80-EC7F5271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64F66-D6C4-6184-412F-FC962EB9B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59C68-84D0-1F07-2519-2C012269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user’s instructions helpfully and </a:t>
            </a:r>
            <a:r>
              <a:rPr lang="en-US" dirty="0" err="1"/>
              <a:t>safelly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11D6F-BE68-1257-98EF-A89843E430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8021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InstructGPT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3561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trick</a:t>
            </a:r>
          </a:p>
          <a:p>
            <a:r>
              <a:rPr lang="en-US" dirty="0"/>
              <a:t>empirical expectation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154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converge fast</a:t>
            </a:r>
          </a:p>
          <a:p>
            <a:r>
              <a:rPr lang="en-US" dirty="0"/>
              <a:t>stable</a:t>
            </a:r>
          </a:p>
          <a:p>
            <a:r>
              <a:rPr lang="en-US" dirty="0"/>
              <a:t>final reward is higher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373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F77"/>
              </a:buClr>
              <a:buSzPts val="6000"/>
              <a:buFont typeface="Arial"/>
              <a:buNone/>
              <a:defRPr sz="6000">
                <a:solidFill>
                  <a:srgbClr val="003F7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title"/>
          </p:nvPr>
        </p:nvSpPr>
        <p:spPr>
          <a:xfrm>
            <a:off x="838200" y="419475"/>
            <a:ext cx="10515600" cy="5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F77"/>
              </a:buClr>
              <a:buSzPts val="3600"/>
              <a:buFont typeface="Arial"/>
              <a:buNone/>
              <a:defRPr sz="3600" b="1">
                <a:solidFill>
                  <a:srgbClr val="003F7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body" idx="1"/>
          </p:nvPr>
        </p:nvSpPr>
        <p:spPr>
          <a:xfrm>
            <a:off x="838200" y="1043608"/>
            <a:ext cx="10515600" cy="513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8"/>
          <p:cNvCxnSpPr/>
          <p:nvPr/>
        </p:nvCxnSpPr>
        <p:spPr>
          <a:xfrm>
            <a:off x="838200" y="953560"/>
            <a:ext cx="10515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3890514" y="-1226689"/>
            <a:ext cx="441097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410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8616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8616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/>
          <p:nvPr/>
        </p:nvSpPr>
        <p:spPr>
          <a:xfrm>
            <a:off x="0" y="0"/>
            <a:ext cx="12192000" cy="99391"/>
          </a:xfrm>
          <a:prstGeom prst="rect">
            <a:avLst/>
          </a:prstGeom>
          <a:solidFill>
            <a:srgbClr val="003F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0" y="6649278"/>
            <a:ext cx="12192000" cy="251584"/>
          </a:xfrm>
          <a:prstGeom prst="rect">
            <a:avLst/>
          </a:prstGeom>
          <a:solidFill>
            <a:srgbClr val="003F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4724400" y="658263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518073" y="1041400"/>
            <a:ext cx="11155853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800" b="1" dirty="0"/>
              <a:t>The Evolution of LLM Alignment Tuning: From PPO to DPO to GRPO</a:t>
            </a:r>
            <a:endParaRPr sz="4800" dirty="0"/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/>
              <a:t>BioMedIA</a:t>
            </a:r>
            <a:r>
              <a:rPr lang="en-US" dirty="0"/>
              <a:t> Reading Group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Presenter: Siyi Du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2025-10-30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405A-4A1C-E452-2E94-56EB968E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3673A-A18B-A853-BCFB-34E06EBD3F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5" name="Graphic 4" descr="Robot outline">
            <a:extLst>
              <a:ext uri="{FF2B5EF4-FFF2-40B4-BE49-F238E27FC236}">
                <a16:creationId xmlns:a16="http://schemas.microsoft.com/office/drawing/2014/main" id="{DD5D6783-77F6-7C17-7D71-FF481B3C4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5684" y="177798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A4201F-6C75-A501-8D77-6D74E3E072EF}"/>
              </a:ext>
            </a:extLst>
          </p:cNvPr>
          <p:cNvSpPr txBox="1"/>
          <p:nvPr/>
        </p:nvSpPr>
        <p:spPr>
          <a:xfrm>
            <a:off x="3287270" y="3141341"/>
            <a:ext cx="268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after next-token pre-training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E9AF1-41F3-2AA1-D2A2-128B6654FA63}"/>
              </a:ext>
            </a:extLst>
          </p:cNvPr>
          <p:cNvSpPr txBox="1"/>
          <p:nvPr/>
        </p:nvSpPr>
        <p:spPr>
          <a:xfrm>
            <a:off x="1523090" y="3144760"/>
            <a:ext cx="115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</a:t>
            </a:r>
          </a:p>
        </p:txBody>
      </p:sp>
      <p:pic>
        <p:nvPicPr>
          <p:cNvPr id="8" name="Graphic 7" descr="User outline">
            <a:extLst>
              <a:ext uri="{FF2B5EF4-FFF2-40B4-BE49-F238E27FC236}">
                <a16:creationId xmlns:a16="http://schemas.microsoft.com/office/drawing/2014/main" id="{FCC74E67-FC1E-B08F-C95C-8CD5D40F48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841" y="3090690"/>
            <a:ext cx="785249" cy="785249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1C740E97-62D4-9DE8-5DE3-2F81BA96F3C4}"/>
              </a:ext>
            </a:extLst>
          </p:cNvPr>
          <p:cNvSpPr/>
          <p:nvPr/>
        </p:nvSpPr>
        <p:spPr>
          <a:xfrm>
            <a:off x="5781902" y="1476400"/>
            <a:ext cx="289932" cy="1517561"/>
          </a:xfrm>
          <a:prstGeom prst="leftBrac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5DEBA-2FA2-B618-45EF-50EE45BB477D}"/>
              </a:ext>
            </a:extLst>
          </p:cNvPr>
          <p:cNvSpPr txBox="1"/>
          <p:nvPr/>
        </p:nvSpPr>
        <p:spPr>
          <a:xfrm>
            <a:off x="6071834" y="1408601"/>
            <a:ext cx="2929527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Don’t follow the instruction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Unsafe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Violent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Society bias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1A4D740D-10B6-511A-C746-703B7B7C2A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5684" y="4362119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4B8B33-5494-F055-A83C-0F4549562750}"/>
              </a:ext>
            </a:extLst>
          </p:cNvPr>
          <p:cNvSpPr txBox="1"/>
          <p:nvPr/>
        </p:nvSpPr>
        <p:spPr>
          <a:xfrm>
            <a:off x="3185054" y="5377581"/>
            <a:ext cx="3181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after being aligned with human preference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630A5A2-3862-58F3-8CAE-EEAB39ADF68B}"/>
              </a:ext>
            </a:extLst>
          </p:cNvPr>
          <p:cNvSpPr/>
          <p:nvPr/>
        </p:nvSpPr>
        <p:spPr>
          <a:xfrm>
            <a:off x="5837183" y="4242813"/>
            <a:ext cx="234651" cy="1033706"/>
          </a:xfrm>
          <a:prstGeom prst="leftBr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2FEC6-1124-8B44-55B6-7C7F00C0E63C}"/>
              </a:ext>
            </a:extLst>
          </p:cNvPr>
          <p:cNvSpPr txBox="1"/>
          <p:nvPr/>
        </p:nvSpPr>
        <p:spPr>
          <a:xfrm>
            <a:off x="6071834" y="4326445"/>
            <a:ext cx="2929527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Follow the instruction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Safe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4CBC9FA-EACC-84C0-EF5F-B692DFD22D30}"/>
              </a:ext>
            </a:extLst>
          </p:cNvPr>
          <p:cNvCxnSpPr/>
          <p:nvPr/>
        </p:nvCxnSpPr>
        <p:spPr>
          <a:xfrm flipV="1">
            <a:off x="1623449" y="2297151"/>
            <a:ext cx="2368688" cy="1296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14E16791-5293-184F-43EE-434530BA32E7}"/>
              </a:ext>
            </a:extLst>
          </p:cNvPr>
          <p:cNvCxnSpPr>
            <a:cxnSpLocks/>
          </p:cNvCxnSpPr>
          <p:nvPr/>
        </p:nvCxnSpPr>
        <p:spPr>
          <a:xfrm>
            <a:off x="1623449" y="3594831"/>
            <a:ext cx="2368688" cy="1296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FE67760-D983-C5F6-30B0-2F7FDCAB75C3}"/>
              </a:ext>
            </a:extLst>
          </p:cNvPr>
          <p:cNvSpPr txBox="1"/>
          <p:nvPr/>
        </p:nvSpPr>
        <p:spPr>
          <a:xfrm>
            <a:off x="203960" y="6207692"/>
            <a:ext cx="11866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</a:t>
            </a:r>
            <a:r>
              <a:rPr lang="en-GB" sz="1200" dirty="0"/>
              <a:t>Bender, Emily M., et al. "On the dangers of stochastic parrots: Can language models be too big?🦜." </a:t>
            </a:r>
            <a:r>
              <a:rPr lang="en-GB" sz="1200" i="1" dirty="0"/>
              <a:t>Proceedings of the 2021 ACM conference on fairness, accountability, and transparency</a:t>
            </a:r>
            <a:r>
              <a:rPr lang="en-GB" sz="1200" dirty="0"/>
              <a:t>.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612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91F6-D3FF-9CEA-C6F9-0A50A334E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1950E-A7EA-EC87-80C5-C945AC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1F318-631E-93D1-99F7-E5E4B68731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5" name="Graphic 4" descr="Robot outline">
            <a:extLst>
              <a:ext uri="{FF2B5EF4-FFF2-40B4-BE49-F238E27FC236}">
                <a16:creationId xmlns:a16="http://schemas.microsoft.com/office/drawing/2014/main" id="{8A1FDD3F-60D4-52B2-F3F5-563E08D33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5684" y="177798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C2D28-51D0-3C58-DE5B-88159D7DC1C3}"/>
              </a:ext>
            </a:extLst>
          </p:cNvPr>
          <p:cNvSpPr txBox="1"/>
          <p:nvPr/>
        </p:nvSpPr>
        <p:spPr>
          <a:xfrm>
            <a:off x="3287270" y="3141341"/>
            <a:ext cx="2680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after next-token pre-training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F943C-D8CD-D1BB-8028-175513B89D7B}"/>
              </a:ext>
            </a:extLst>
          </p:cNvPr>
          <p:cNvSpPr txBox="1"/>
          <p:nvPr/>
        </p:nvSpPr>
        <p:spPr>
          <a:xfrm>
            <a:off x="1523090" y="3144760"/>
            <a:ext cx="115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Instruction</a:t>
            </a:r>
          </a:p>
        </p:txBody>
      </p:sp>
      <p:pic>
        <p:nvPicPr>
          <p:cNvPr id="8" name="Graphic 7" descr="User outline">
            <a:extLst>
              <a:ext uri="{FF2B5EF4-FFF2-40B4-BE49-F238E27FC236}">
                <a16:creationId xmlns:a16="http://schemas.microsoft.com/office/drawing/2014/main" id="{B2167BBC-1886-71A1-850C-43719A95B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841" y="3090690"/>
            <a:ext cx="785249" cy="785249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26537D6E-2204-B53D-450A-11E75ABD5E2E}"/>
              </a:ext>
            </a:extLst>
          </p:cNvPr>
          <p:cNvSpPr/>
          <p:nvPr/>
        </p:nvSpPr>
        <p:spPr>
          <a:xfrm>
            <a:off x="5781902" y="1476400"/>
            <a:ext cx="289932" cy="1517561"/>
          </a:xfrm>
          <a:prstGeom prst="leftBrac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2C8E16-9469-F1A8-7C94-E8FC7A382FFB}"/>
              </a:ext>
            </a:extLst>
          </p:cNvPr>
          <p:cNvSpPr txBox="1"/>
          <p:nvPr/>
        </p:nvSpPr>
        <p:spPr>
          <a:xfrm>
            <a:off x="6071834" y="1408601"/>
            <a:ext cx="2929527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Don’t follow the instruction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Unsafe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Violent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Society bias</a:t>
            </a:r>
          </a:p>
        </p:txBody>
      </p:sp>
      <p:pic>
        <p:nvPicPr>
          <p:cNvPr id="11" name="Graphic 10" descr="Robot outline">
            <a:extLst>
              <a:ext uri="{FF2B5EF4-FFF2-40B4-BE49-F238E27FC236}">
                <a16:creationId xmlns:a16="http://schemas.microsoft.com/office/drawing/2014/main" id="{215A64B5-3373-AB62-9473-8C1215A38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5684" y="4362119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C7E7C1-8B95-2FDE-2188-FB3B924E98DE}"/>
              </a:ext>
            </a:extLst>
          </p:cNvPr>
          <p:cNvSpPr txBox="1"/>
          <p:nvPr/>
        </p:nvSpPr>
        <p:spPr>
          <a:xfrm>
            <a:off x="3185054" y="5377581"/>
            <a:ext cx="3181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LLM after being aligned with human preference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8397D6E-E863-85D0-A235-539A6BCC6C24}"/>
              </a:ext>
            </a:extLst>
          </p:cNvPr>
          <p:cNvSpPr/>
          <p:nvPr/>
        </p:nvSpPr>
        <p:spPr>
          <a:xfrm>
            <a:off x="5837183" y="4242813"/>
            <a:ext cx="234651" cy="1033706"/>
          </a:xfrm>
          <a:prstGeom prst="leftBr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5086B-DF54-F29E-F3DE-1DBF1AFB5666}"/>
              </a:ext>
            </a:extLst>
          </p:cNvPr>
          <p:cNvSpPr txBox="1"/>
          <p:nvPr/>
        </p:nvSpPr>
        <p:spPr>
          <a:xfrm>
            <a:off x="6071834" y="4326445"/>
            <a:ext cx="2929527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Follow the instruction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Safe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0B1D0EDC-5317-08FA-3CA1-780278E40707}"/>
              </a:ext>
            </a:extLst>
          </p:cNvPr>
          <p:cNvCxnSpPr/>
          <p:nvPr/>
        </p:nvCxnSpPr>
        <p:spPr>
          <a:xfrm flipV="1">
            <a:off x="1623449" y="2297151"/>
            <a:ext cx="2368688" cy="1296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FE3DD1F2-BF99-15C9-1C5D-E755BEA5D82C}"/>
              </a:ext>
            </a:extLst>
          </p:cNvPr>
          <p:cNvCxnSpPr>
            <a:cxnSpLocks/>
          </p:cNvCxnSpPr>
          <p:nvPr/>
        </p:nvCxnSpPr>
        <p:spPr>
          <a:xfrm>
            <a:off x="1623449" y="3594831"/>
            <a:ext cx="2368688" cy="1296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 descr="A diagram of a diagram&#10;&#10;AI-generated content may be incorrect.">
            <a:extLst>
              <a:ext uri="{FF2B5EF4-FFF2-40B4-BE49-F238E27FC236}">
                <a16:creationId xmlns:a16="http://schemas.microsoft.com/office/drawing/2014/main" id="{77DCC337-DD08-5D6D-F055-C16B22CB93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2953" y="4023163"/>
            <a:ext cx="8829427" cy="213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8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3B4A-7DE8-F901-0587-217E208C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Alignment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0FC51-2017-DAB7-453B-F859AD7588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81E83E-EF0E-3B9E-74E7-E3ECC0F73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43" r="69010"/>
          <a:stretch>
            <a:fillRect/>
          </a:stretch>
        </p:blipFill>
        <p:spPr>
          <a:xfrm>
            <a:off x="1105831" y="1070520"/>
            <a:ext cx="2743201" cy="50579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D31D56-9A4F-C421-E418-FF3A3592B7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35" t="2943" r="36275"/>
          <a:stretch>
            <a:fillRect/>
          </a:stretch>
        </p:blipFill>
        <p:spPr>
          <a:xfrm>
            <a:off x="4590588" y="1070518"/>
            <a:ext cx="2743200" cy="50579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775303-88BE-36BA-E869-8D8F5CC2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03" t="3019" r="-1745"/>
          <a:stretch>
            <a:fillRect/>
          </a:stretch>
        </p:blipFill>
        <p:spPr>
          <a:xfrm>
            <a:off x="8075344" y="1070518"/>
            <a:ext cx="3144644" cy="49268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3C63B42-D9DB-4122-1428-4E01632642B7}"/>
              </a:ext>
            </a:extLst>
          </p:cNvPr>
          <p:cNvSpPr txBox="1"/>
          <p:nvPr/>
        </p:nvSpPr>
        <p:spPr>
          <a:xfrm>
            <a:off x="1105831" y="5867842"/>
            <a:ext cx="2919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Supervised fine-tuning (SFT)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2DCA9-02BE-B702-CA31-8D579ED75C41}"/>
              </a:ext>
            </a:extLst>
          </p:cNvPr>
          <p:cNvSpPr txBox="1"/>
          <p:nvPr/>
        </p:nvSpPr>
        <p:spPr>
          <a:xfrm>
            <a:off x="4724400" y="5867842"/>
            <a:ext cx="2429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Train a reward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6208FA-CFB0-B1A4-7066-1F336E3E0F92}"/>
              </a:ext>
            </a:extLst>
          </p:cNvPr>
          <p:cNvSpPr txBox="1"/>
          <p:nvPr/>
        </p:nvSpPr>
        <p:spPr>
          <a:xfrm>
            <a:off x="8166409" y="5867842"/>
            <a:ext cx="2429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PPO optimization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D8FC55-BBC6-BB04-0406-0A525C9B32EF}"/>
              </a:ext>
            </a:extLst>
          </p:cNvPr>
          <p:cNvSpPr txBox="1"/>
          <p:nvPr/>
        </p:nvSpPr>
        <p:spPr>
          <a:xfrm>
            <a:off x="680224" y="6322741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[1] Ouyang, Long, et al. "Training language models to follow instructions with human feedback." </a:t>
            </a:r>
            <a:r>
              <a:rPr lang="en-GB" sz="1200" i="1" dirty="0"/>
              <a:t>NIPS 2022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6245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F707-A54B-AFC3-00B4-6D5729B8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RL Fundamentals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E3AC6-62CD-BD8D-0AF0-4589CD0D5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50619"/>
            <a:ext cx="10515600" cy="523110"/>
          </a:xfrm>
        </p:spPr>
        <p:txBody>
          <a:bodyPr/>
          <a:lstStyle/>
          <a:p>
            <a:r>
              <a:rPr lang="en-US" dirty="0"/>
              <a:t>Update policy to maximize the expected reward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EC53E-1C8A-1F7A-7CE3-719E090FC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DE5A4-7030-136F-ABD3-44D7DDBB9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595" y="1143165"/>
            <a:ext cx="4152499" cy="30742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BE930-7D78-22CB-8AD6-3D23588966D5}"/>
              </a:ext>
            </a:extLst>
          </p:cNvPr>
          <p:cNvSpPr txBox="1"/>
          <p:nvPr/>
        </p:nvSpPr>
        <p:spPr>
          <a:xfrm>
            <a:off x="8037094" y="2477325"/>
            <a:ext cx="1241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(Context)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C7F5C-C256-0A6B-9B7B-4E2BAE485795}"/>
              </a:ext>
            </a:extLst>
          </p:cNvPr>
          <p:cNvSpPr txBox="1"/>
          <p:nvPr/>
        </p:nvSpPr>
        <p:spPr>
          <a:xfrm>
            <a:off x="6322193" y="1221029"/>
            <a:ext cx="2561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(Next token/response)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AFF08-582F-67F1-4FF6-A0A6ED4A14FA}"/>
              </a:ext>
            </a:extLst>
          </p:cNvPr>
          <p:cNvSpPr txBox="1"/>
          <p:nvPr/>
        </p:nvSpPr>
        <p:spPr>
          <a:xfrm>
            <a:off x="6461759" y="3809229"/>
            <a:ext cx="2196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(Human preference)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47609-05A5-8F16-C930-8345E5D68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709" y="5076565"/>
            <a:ext cx="2828051" cy="55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EB17F-A6AB-8E09-CBC8-FC346446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Gradient &amp;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62790E-A721-C076-0EF8-8CA90B3E55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Optimize policy parameters 𝜃 to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Policy gradient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To mitigate variance on R, introduce an advantage function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altLang="zh-CN" dirty="0"/>
                  <a:t>A: </a:t>
                </a:r>
                <a:r>
                  <a:rPr lang="en-GB" altLang="zh-CN" dirty="0"/>
                  <a:t>How much better an action is compared to the average behaviour in a given state</a:t>
                </a:r>
              </a:p>
              <a:p>
                <a:pPr marL="114300" indent="0">
                  <a:buNone/>
                </a:pPr>
                <a:r>
                  <a:rPr lang="en-GB" dirty="0"/>
                  <a:t>Q: Expected return (cumulative reward) after taking an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GB" dirty="0"/>
              </a:p>
              <a:p>
                <a:pPr marL="114300" indent="0">
                  <a:buNone/>
                </a:pPr>
                <a:r>
                  <a:rPr lang="en-GB" dirty="0"/>
                  <a:t>V: Value of state (expected return following the current policy) </a:t>
                </a: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62790E-A721-C076-0EF8-8CA90B3E5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388F-FFA5-5BCF-0171-37527376E7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08591-F33E-96A4-B759-FD1B75A6F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221" y="2472355"/>
            <a:ext cx="3670300" cy="50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F13572-C8BA-2559-5BFB-5CEC3F4F0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332" y="1509152"/>
            <a:ext cx="2448053" cy="48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5A8546-0AEB-DE9E-E27C-838E76110F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621" y="2960942"/>
            <a:ext cx="2349500" cy="44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865E3-F616-7FAB-CC76-D32AE31653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294" y="3894029"/>
            <a:ext cx="3188368" cy="5405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809E63-4D25-403D-613C-2DD707B7B8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4396" y="4434586"/>
            <a:ext cx="2948164" cy="493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E9050-F827-5DEC-7691-9C3585F722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340" y="3877646"/>
            <a:ext cx="5131251" cy="11568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B39A0A-09A5-4EDE-4F84-4DD970DC792C}"/>
              </a:ext>
            </a:extLst>
          </p:cNvPr>
          <p:cNvSpPr txBox="1"/>
          <p:nvPr/>
        </p:nvSpPr>
        <p:spPr>
          <a:xfrm>
            <a:off x="8893628" y="3471973"/>
            <a:ext cx="258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Generalized advantage estimation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AFA60-8561-4CB2-4B62-04ECE62AE7DD}"/>
              </a:ext>
            </a:extLst>
          </p:cNvPr>
          <p:cNvSpPr txBox="1"/>
          <p:nvPr/>
        </p:nvSpPr>
        <p:spPr>
          <a:xfrm>
            <a:off x="838200" y="6209621"/>
            <a:ext cx="9002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</a:t>
            </a:r>
            <a:r>
              <a:rPr lang="en-GB" sz="1200" dirty="0"/>
              <a:t>Schulman, John, et al. "Proximal policy optimization algorithms." </a:t>
            </a:r>
            <a:r>
              <a:rPr lang="en-GB" sz="1200" i="1" dirty="0" err="1"/>
              <a:t>arXiv</a:t>
            </a:r>
            <a:r>
              <a:rPr lang="en-GB" sz="1200" i="1" dirty="0"/>
              <a:t> preprint arXiv:1707.06347</a:t>
            </a:r>
            <a:r>
              <a:rPr lang="en-GB" sz="1200" dirty="0"/>
              <a:t> (2017).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AFC8A-3B05-39C3-73E9-AB7FB4AF5F67}"/>
              </a:ext>
            </a:extLst>
          </p:cNvPr>
          <p:cNvSpPr/>
          <p:nvPr/>
        </p:nvSpPr>
        <p:spPr>
          <a:xfrm>
            <a:off x="2253343" y="3877646"/>
            <a:ext cx="3483428" cy="5569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76C6D-69F2-D70A-CCCD-F4C2F6B1E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978" y="1282700"/>
            <a:ext cx="4552043" cy="1072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2EA52-C4D9-2899-7140-FC7C2CBC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Proximal Policy Optimization (PPO)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7610B-8593-ECBD-522E-732C03AB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608"/>
            <a:ext cx="10515600" cy="3002261"/>
          </a:xfrm>
        </p:spPr>
        <p:txBody>
          <a:bodyPr/>
          <a:lstStyle/>
          <a:p>
            <a:r>
              <a:rPr lang="en-US" dirty="0"/>
              <a:t>Trust region policy optimization (TRPO)</a:t>
            </a:r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 a constraint to guarantee that the policy change is smaller than a trust region</a:t>
            </a:r>
          </a:p>
          <a:p>
            <a:r>
              <a:rPr lang="en-US" dirty="0"/>
              <a:t>To reduce the computational cost of TRPO, PPO introduces clipping to resemble TRPO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13246-5891-B61D-E440-958F2C2E8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7A2D4-7A7A-72BC-4D8D-8D1301670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12" y="2304104"/>
            <a:ext cx="5606143" cy="707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B054EC-EB9B-54C2-5534-29C7F5F33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35" y="3614170"/>
            <a:ext cx="3839030" cy="592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CEFB36-64F6-71F4-3283-3333FD1BF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778" y="4206521"/>
            <a:ext cx="5258708" cy="571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92BC4-387A-A9CB-5839-7DF5DCF2B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021" y="3966394"/>
            <a:ext cx="3265714" cy="4802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8046AC-1396-1322-6677-59A6F8E06182}"/>
              </a:ext>
            </a:extLst>
          </p:cNvPr>
          <p:cNvSpPr txBox="1"/>
          <p:nvPr/>
        </p:nvSpPr>
        <p:spPr>
          <a:xfrm>
            <a:off x="1186996" y="3741068"/>
            <a:ext cx="1097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TRPO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AABDBE-B759-65A0-F106-C9F05C717034}"/>
              </a:ext>
            </a:extLst>
          </p:cNvPr>
          <p:cNvSpPr txBox="1"/>
          <p:nvPr/>
        </p:nvSpPr>
        <p:spPr>
          <a:xfrm>
            <a:off x="1186995" y="4277369"/>
            <a:ext cx="1097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PPO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8073B3-58FA-3C7F-5A58-68544D6A0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7993" y="4626927"/>
            <a:ext cx="4474028" cy="18783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8303BE-7F19-24CE-19A9-724F7E3A128A}"/>
              </a:ext>
            </a:extLst>
          </p:cNvPr>
          <p:cNvSpPr txBox="1"/>
          <p:nvPr/>
        </p:nvSpPr>
        <p:spPr>
          <a:xfrm>
            <a:off x="838200" y="6388524"/>
            <a:ext cx="90024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</a:t>
            </a:r>
            <a:r>
              <a:rPr lang="en-GB" sz="1200" dirty="0"/>
              <a:t>Schulman, John, et al. "Proximal policy optimization algorithms." </a:t>
            </a:r>
            <a:r>
              <a:rPr lang="en-GB" sz="1200" i="1" dirty="0" err="1"/>
              <a:t>arXiv</a:t>
            </a:r>
            <a:r>
              <a:rPr lang="en-GB" sz="1200" i="1" dirty="0"/>
              <a:t> preprint arXiv:1707.06347</a:t>
            </a:r>
            <a:r>
              <a:rPr lang="en-GB" sz="1200" dirty="0"/>
              <a:t> (2017).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B5693-DF03-B6B7-1CE6-7E809EC7F5D8}"/>
              </a:ext>
            </a:extLst>
          </p:cNvPr>
          <p:cNvSpPr/>
          <p:nvPr/>
        </p:nvSpPr>
        <p:spPr>
          <a:xfrm>
            <a:off x="2600778" y="4277369"/>
            <a:ext cx="5367565" cy="349558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2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4EF-63F4-8A99-3BFC-C4D33F05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PPO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2AD83-0285-C80E-8A8A-4225FE1CA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DBDFB-B310-A2B7-59A8-7BA5164D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029" y="1104638"/>
            <a:ext cx="6291942" cy="59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B00C63-A927-7D9D-4B91-663CEA805983}"/>
              </a:ext>
            </a:extLst>
          </p:cNvPr>
          <p:cNvSpPr txBox="1"/>
          <p:nvPr/>
        </p:nvSpPr>
        <p:spPr>
          <a:xfrm>
            <a:off x="5845629" y="1894114"/>
            <a:ext cx="1621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Value function error term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738575-3895-AB10-BA7F-ED116791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611" y="2497122"/>
            <a:ext cx="1792005" cy="369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8579-460C-9C81-9D37-B226C74E9954}"/>
              </a:ext>
            </a:extLst>
          </p:cNvPr>
          <p:cNvSpPr txBox="1"/>
          <p:nvPr/>
        </p:nvSpPr>
        <p:spPr>
          <a:xfrm>
            <a:off x="8294914" y="1883638"/>
            <a:ext cx="2884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Entropy bonus to ensure sufficient exploration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304A0C-69B3-5C4A-1EF3-377CACC8F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25" y="2965007"/>
            <a:ext cx="4806950" cy="757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3BAB6D-558B-2DC9-C940-871456866F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413" y="3953232"/>
            <a:ext cx="7772400" cy="22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62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9098-7AC0-9ADC-546D-8E1EB8C0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42F0D-956B-9C8C-A8B9-DBBE2FFD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609"/>
            <a:ext cx="10515600" cy="1481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A9FBE-8720-3063-07BA-6D185D7173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4E669-8840-31CD-74AB-91DF2402B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60"/>
          <a:stretch>
            <a:fillRect/>
          </a:stretch>
        </p:blipFill>
        <p:spPr>
          <a:xfrm>
            <a:off x="1534886" y="1871038"/>
            <a:ext cx="9710057" cy="4150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C1FEB2-74E3-DED7-8222-47C430909561}"/>
              </a:ext>
            </a:extLst>
          </p:cNvPr>
          <p:cNvSpPr txBox="1"/>
          <p:nvPr/>
        </p:nvSpPr>
        <p:spPr>
          <a:xfrm>
            <a:off x="717226" y="2751218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Reward</a:t>
            </a:r>
          </a:p>
        </p:txBody>
      </p:sp>
    </p:spTree>
    <p:extLst>
      <p:ext uri="{BB962C8B-B14F-4D97-AF65-F5344CB8AC3E}">
        <p14:creationId xmlns:p14="http://schemas.microsoft.com/office/powerpoint/2010/main" val="249821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2F70-A2B9-9141-C4A7-12360364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Policy Optimization (DPO)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44D7D-9C19-EDA2-E4E7-B66BF5C94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608"/>
            <a:ext cx="10515600" cy="1296821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Direct Preference Optimization: Your Language Model is Secretly a Reward Model (NIPS 2023)</a:t>
            </a:r>
          </a:p>
          <a:p>
            <a:r>
              <a:rPr lang="en-US" dirty="0"/>
              <a:t>RLHF is a complex and often unstable procedure</a:t>
            </a:r>
          </a:p>
          <a:p>
            <a:r>
              <a:rPr lang="en-US" dirty="0"/>
              <a:t>DPO transfers the problem to be a classification task to avoid 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C308C-5E68-EC9E-232E-5EA87B3503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74FDC-6F29-509B-4543-EE421C2B9E55}"/>
              </a:ext>
            </a:extLst>
          </p:cNvPr>
          <p:cNvSpPr txBox="1"/>
          <p:nvPr/>
        </p:nvSpPr>
        <p:spPr>
          <a:xfrm>
            <a:off x="1132114" y="6300025"/>
            <a:ext cx="9503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</a:t>
            </a:r>
            <a:r>
              <a:rPr lang="en-GB" sz="1200" dirty="0"/>
              <a:t>Rafailov, Rafael, et al. "Direct preference optimization: Your language model is secretly a reward model." </a:t>
            </a:r>
            <a:r>
              <a:rPr lang="en-GB" sz="1200" i="1" dirty="0"/>
              <a:t>NIPS 2023</a:t>
            </a:r>
            <a:r>
              <a:rPr lang="en-GB" sz="1200" dirty="0"/>
              <a:t>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98911-0A30-9650-7E99-FCBC8244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23" y="2233449"/>
            <a:ext cx="8879553" cy="19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7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736F-E9DD-3C0E-9C94-5143255A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Reward Modelling in RLHF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28328-3D7C-9D41-4C98-6FAA8D14F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SFT model is prompted to produce pairs of answers, which are then presented to human labelers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Human preference distribution p* can be written 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Classification loss for the reward model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LLM RL fine-tuning using the GP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67B3-42FE-1DDE-0002-ACC0927C7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0002D-AF84-3ECA-1778-3512678C1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1528536"/>
            <a:ext cx="14478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7427D-763D-5B16-35CC-1E71AAF65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014" y="3345218"/>
            <a:ext cx="6324600" cy="520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773C1A-FC5E-F1C1-8140-369F6436F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300" y="3512132"/>
            <a:ext cx="1726813" cy="353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595FFE-2F81-566D-6440-B464A363C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014" y="4601833"/>
            <a:ext cx="6324600" cy="5329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C1303-A7E3-4F3B-FCF1-7D6D50177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3607" y="2257522"/>
            <a:ext cx="4544786" cy="5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4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0105-03C2-1D36-1098-4400EF77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DPO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1747E-88EC-1E81-B12A-430FFBFE278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optimal solution for the the GP loss takes this form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DPO proposes to avoid computing Z. First, take the logarithm on both sides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Then, rewrite p* using only the 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Similar to the reward modelling in RLHF, DPO’s policy objective becomes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01747E-88EC-1E81-B12A-430FFBFE2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52D50-BC8F-EC91-43A1-CCD344F78B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B6576-A0EB-CE56-914C-F1A8E1799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50" y="1582964"/>
            <a:ext cx="4813300" cy="66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4A909-AD36-A8B3-64E9-C5D3796C46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03"/>
          <a:stretch>
            <a:fillRect/>
          </a:stretch>
        </p:blipFill>
        <p:spPr>
          <a:xfrm>
            <a:off x="2100942" y="2346951"/>
            <a:ext cx="5812971" cy="438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376DE5-0317-2A03-9F05-36C24E56C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1125" y="3364410"/>
            <a:ext cx="4349750" cy="741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5A84F9-D9CC-85A1-11EC-3A89E0D36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985" y="4562117"/>
            <a:ext cx="4544786" cy="575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25A6EF-588E-1A50-70FD-FB4E1FA2A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6371" y="4475054"/>
            <a:ext cx="5116286" cy="749800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C550E8F9-5236-4FC7-C369-A21F249A67CE}"/>
              </a:ext>
            </a:extLst>
          </p:cNvPr>
          <p:cNvSpPr/>
          <p:nvPr/>
        </p:nvSpPr>
        <p:spPr>
          <a:xfrm>
            <a:off x="5878286" y="4724400"/>
            <a:ext cx="348343" cy="2177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F1C02E-9849-2E93-87C3-DDDFAAFFA5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0171" y="5793345"/>
            <a:ext cx="7772400" cy="6577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0C905-7C2E-94A1-3503-CF04315AC620}"/>
              </a:ext>
            </a:extLst>
          </p:cNvPr>
          <p:cNvSpPr/>
          <p:nvPr/>
        </p:nvSpPr>
        <p:spPr>
          <a:xfrm>
            <a:off x="2296886" y="5793345"/>
            <a:ext cx="8055428" cy="65779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0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FAAE-00EF-1259-1C45-7B686492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DPO update 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0ABE3-F2C0-3D74-CD10-20F12F0662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E5846-73A5-E23F-7C01-434268C24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8258"/>
            <a:ext cx="7772400" cy="1116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2CEC3D-4A71-7C18-6BAA-A76953C9F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415" y="2792667"/>
            <a:ext cx="2207986" cy="446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3E34A3-87A4-5867-875F-357C743CEBE1}"/>
              </a:ext>
            </a:extLst>
          </p:cNvPr>
          <p:cNvSpPr txBox="1"/>
          <p:nvPr/>
        </p:nvSpPr>
        <p:spPr>
          <a:xfrm>
            <a:off x="4250871" y="2844225"/>
            <a:ext cx="6433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is the reward implicitly defined by the language model and reference model</a:t>
            </a:r>
          </a:p>
        </p:txBody>
      </p:sp>
    </p:spTree>
    <p:extLst>
      <p:ext uri="{BB962C8B-B14F-4D97-AF65-F5344CB8AC3E}">
        <p14:creationId xmlns:p14="http://schemas.microsoft.com/office/powerpoint/2010/main" val="1172529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19C-C2EB-2B37-5152-BF5D1202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BBB0B-955D-6EA6-9798-95F405F585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EA656-B4C7-B7AA-F59F-D84099D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4845"/>
            <a:ext cx="7772400" cy="370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5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816AA-A41A-D399-21E1-DC5898C2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DPO vs PPO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73F8D-55B4-B321-954F-B06C3C2C1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DBF02B-CFDF-E858-5794-4EF248F13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3737"/>
              </p:ext>
            </p:extLst>
          </p:nvPr>
        </p:nvGraphicFramePr>
        <p:xfrm>
          <a:off x="3135086" y="2280035"/>
          <a:ext cx="6096000" cy="2225040"/>
        </p:xfrm>
        <a:graphic>
          <a:graphicData uri="http://schemas.openxmlformats.org/drawingml/2006/table">
            <a:tbl>
              <a:tblPr firstRow="1" bandRow="1">
                <a:tableStyleId>{A41C1076-AA02-4927-AE7A-539E39DE622D}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455754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330934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6620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1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Reward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84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✔︎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88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Maximize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Maximize preference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73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29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Offline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46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788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72BE-50AC-C728-A7E5-371EC4CC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 Relative Policy Gradient (GRPO)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E4A83-7A89-AD47-AEF3-219BFB99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608"/>
            <a:ext cx="10515600" cy="1460105"/>
          </a:xfrm>
        </p:spPr>
        <p:txBody>
          <a:bodyPr/>
          <a:lstStyle/>
          <a:p>
            <a:pPr marL="114300" indent="0">
              <a:buNone/>
            </a:pPr>
            <a:r>
              <a:rPr lang="en-US" dirty="0" err="1"/>
              <a:t>DeepSeekMath</a:t>
            </a:r>
            <a:r>
              <a:rPr lang="en-US" dirty="0"/>
              <a:t>: Pushing the Limits of Mathematical Reasoning in Open Language Models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PPO requires a reward model and a value model to estimate the advantage A</a:t>
            </a:r>
          </a:p>
          <a:p>
            <a:r>
              <a:rPr lang="en-US" dirty="0"/>
              <a:t>GRPO proposes using the average reward of a group outputs to estimate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B9176-E157-C559-B7BD-26F1B57AE1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10BA0-C4CF-AAFA-E987-0B11A1639359}"/>
              </a:ext>
            </a:extLst>
          </p:cNvPr>
          <p:cNvSpPr txBox="1"/>
          <p:nvPr/>
        </p:nvSpPr>
        <p:spPr>
          <a:xfrm>
            <a:off x="794657" y="6355045"/>
            <a:ext cx="11049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[1] </a:t>
            </a:r>
            <a:r>
              <a:rPr lang="en-GB" sz="1200" dirty="0"/>
              <a:t>Shao, Zhihong, et al. "</a:t>
            </a:r>
            <a:r>
              <a:rPr lang="en-GB" sz="1200" dirty="0" err="1"/>
              <a:t>Deepseekmath</a:t>
            </a:r>
            <a:r>
              <a:rPr lang="en-GB" sz="1200" dirty="0"/>
              <a:t>: Pushing the limits of mathematical reasoning in open language models." </a:t>
            </a:r>
            <a:r>
              <a:rPr lang="en-GB" sz="1200" i="1" dirty="0" err="1"/>
              <a:t>arXiv</a:t>
            </a:r>
            <a:r>
              <a:rPr lang="en-GB" sz="1200" i="1" dirty="0"/>
              <a:t> preprint arXiv:2402.03300</a:t>
            </a:r>
            <a:r>
              <a:rPr lang="en-GB" sz="1200" dirty="0"/>
              <a:t> (2024).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134B83-39FB-99FC-84B3-9E9F48E6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542" y="2182596"/>
            <a:ext cx="7217229" cy="3264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00675D-F8F0-4FC6-1EF7-268D10B7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442" y="5680241"/>
            <a:ext cx="2349500" cy="48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F1B37-350E-B467-A898-7EDC284F3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71" y="5435725"/>
            <a:ext cx="7772400" cy="96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7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CF73-D98E-BA1B-227A-9C964AFF0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B037-33CF-6201-E64A-F9A07EC46F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63540-63D5-6321-4D7D-8AC0F2B1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39960"/>
            <a:ext cx="7772400" cy="419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08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2E25-468E-B39A-CD41-6478EA401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BA0AF-C8B6-CB44-DAEC-4AD5DE2CC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02EA3-5D61-9060-0054-E2D86580ECED}"/>
              </a:ext>
            </a:extLst>
          </p:cNvPr>
          <p:cNvSpPr/>
          <p:nvPr/>
        </p:nvSpPr>
        <p:spPr>
          <a:xfrm>
            <a:off x="838200" y="1208910"/>
            <a:ext cx="10515599" cy="6959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45A0C-F6A0-79C9-C5D9-7269303C1D10}"/>
              </a:ext>
            </a:extLst>
          </p:cNvPr>
          <p:cNvSpPr txBox="1"/>
          <p:nvPr/>
        </p:nvSpPr>
        <p:spPr>
          <a:xfrm>
            <a:off x="2405742" y="1376223"/>
            <a:ext cx="3004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Gradient Policy Optimization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B18A94-265E-48C7-B611-12B38E368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03" y="1321958"/>
            <a:ext cx="2644081" cy="4482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C6681D-5541-4FF7-B9C0-4F7881160DD5}"/>
              </a:ext>
            </a:extLst>
          </p:cNvPr>
          <p:cNvSpPr/>
          <p:nvPr/>
        </p:nvSpPr>
        <p:spPr>
          <a:xfrm>
            <a:off x="3189517" y="2346280"/>
            <a:ext cx="8164282" cy="10157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6E3F8-88D6-715A-F7F3-FAA0E8A1FD2E}"/>
              </a:ext>
            </a:extLst>
          </p:cNvPr>
          <p:cNvSpPr txBox="1"/>
          <p:nvPr/>
        </p:nvSpPr>
        <p:spPr>
          <a:xfrm>
            <a:off x="3570515" y="2424009"/>
            <a:ext cx="7511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Proximal Policy Optimization (PPO) improves simplicity and performance  2017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E92495-73C4-8A72-6941-A7E4F790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44" y="2824841"/>
            <a:ext cx="3684815" cy="40078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0BD208-7F85-0EDE-476E-9A22B5EDAC3A}"/>
              </a:ext>
            </a:extLst>
          </p:cNvPr>
          <p:cNvSpPr/>
          <p:nvPr/>
        </p:nvSpPr>
        <p:spPr>
          <a:xfrm>
            <a:off x="816429" y="3761775"/>
            <a:ext cx="7075714" cy="10942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31313A-B88C-8EAE-A158-31643ADFB87A}"/>
              </a:ext>
            </a:extLst>
          </p:cNvPr>
          <p:cNvSpPr/>
          <p:nvPr/>
        </p:nvSpPr>
        <p:spPr>
          <a:xfrm>
            <a:off x="3951514" y="5244019"/>
            <a:ext cx="7402286" cy="11021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C76AC7-6670-1532-DADD-D76F1F338CD0}"/>
              </a:ext>
            </a:extLst>
          </p:cNvPr>
          <p:cNvSpPr txBox="1"/>
          <p:nvPr/>
        </p:nvSpPr>
        <p:spPr>
          <a:xfrm>
            <a:off x="838199" y="3878735"/>
            <a:ext cx="6945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Direct Preference Optimization (DPO) avoids the RL loop  2022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7B31B9-6FF0-17AC-4D76-A0F11DB59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848" y="4262847"/>
            <a:ext cx="5415527" cy="4583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B73218-559A-4E27-82E6-BFE7A79D50CB}"/>
              </a:ext>
            </a:extLst>
          </p:cNvPr>
          <p:cNvSpPr txBox="1"/>
          <p:nvPr/>
        </p:nvSpPr>
        <p:spPr>
          <a:xfrm>
            <a:off x="4060371" y="5283344"/>
            <a:ext cx="7090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Group Relative Policy Optimization (GRPO) removes the value model  2024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50A72B-93A6-8F34-DDBD-9BA7D7ED9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663" y="5694844"/>
            <a:ext cx="4735998" cy="586518"/>
          </a:xfrm>
          <a:prstGeom prst="rect">
            <a:avLst/>
          </a:prstGeom>
        </p:spPr>
      </p:pic>
      <p:sp>
        <p:nvSpPr>
          <p:cNvPr id="18" name="Down Arrow 17">
            <a:extLst>
              <a:ext uri="{FF2B5EF4-FFF2-40B4-BE49-F238E27FC236}">
                <a16:creationId xmlns:a16="http://schemas.microsoft.com/office/drawing/2014/main" id="{B49D210B-1C3F-300F-123B-FA9C9E08191D}"/>
              </a:ext>
            </a:extLst>
          </p:cNvPr>
          <p:cNvSpPr/>
          <p:nvPr/>
        </p:nvSpPr>
        <p:spPr>
          <a:xfrm>
            <a:off x="6096000" y="1981197"/>
            <a:ext cx="141515" cy="288881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44ED2F24-174D-2F7D-05C3-1FB8AAF7CD5D}"/>
              </a:ext>
            </a:extLst>
          </p:cNvPr>
          <p:cNvSpPr/>
          <p:nvPr/>
        </p:nvSpPr>
        <p:spPr>
          <a:xfrm>
            <a:off x="1817918" y="1981197"/>
            <a:ext cx="174171" cy="172800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19995AA1-4A7C-6973-DC8A-A12E03F9362E}"/>
              </a:ext>
            </a:extLst>
          </p:cNvPr>
          <p:cNvSpPr/>
          <p:nvPr/>
        </p:nvSpPr>
        <p:spPr>
          <a:xfrm>
            <a:off x="9236534" y="3451198"/>
            <a:ext cx="174171" cy="172800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5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722</Words>
  <Application>Microsoft Macintosh PowerPoint</Application>
  <PresentationFormat>Widescreen</PresentationFormat>
  <Paragraphs>176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The Evolution of LLM Alignment Tuning: From PPO to DPO to GRPO</vt:lpstr>
      <vt:lpstr>Why Alignment</vt:lpstr>
      <vt:lpstr>Why Alignment</vt:lpstr>
      <vt:lpstr>Alignment Overview</vt:lpstr>
      <vt:lpstr>RL Fundamentals </vt:lpstr>
      <vt:lpstr>Policy Gradient &amp; Optimization</vt:lpstr>
      <vt:lpstr>Proximal Policy Optimization (PPO)</vt:lpstr>
      <vt:lpstr>PPO Algorithm</vt:lpstr>
      <vt:lpstr>Experiment</vt:lpstr>
      <vt:lpstr>Direct Policy Optimization (DPO)</vt:lpstr>
      <vt:lpstr>Reward Modelling in RLHF</vt:lpstr>
      <vt:lpstr>DPO</vt:lpstr>
      <vt:lpstr>What does the DPO update do</vt:lpstr>
      <vt:lpstr>Experiment</vt:lpstr>
      <vt:lpstr>DPO vs PPO</vt:lpstr>
      <vt:lpstr>Group Relative Policy Gradient (GRPO)</vt:lpstr>
      <vt:lpstr>Experiment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Siyi Du</dc:creator>
  <cp:lastModifiedBy>Du, Siyi</cp:lastModifiedBy>
  <cp:revision>2</cp:revision>
  <dcterms:created xsi:type="dcterms:W3CDTF">2023-11-06T10:59:31Z</dcterms:created>
  <dcterms:modified xsi:type="dcterms:W3CDTF">2025-10-30T11:00:06Z</dcterms:modified>
</cp:coreProperties>
</file>